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lvl1pPr marL="0" algn="l">
      <a:defRPr sz="1800">
        <a:solidFill>
          <a:schemeClr val="tx1"/>
        </a:solidFill>
        <a:latin typeface="+mn-lt"/>
      </a:defRPr>
    </a:lvl1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3" name="Body"/>
          <p:cNvSpPr/>
          <p:nvPr>
            <p:ph type="body" idx="1"/>
          </p:nvPr>
        </p:nvSpPr>
        <p:spPr>
          <a:xfrm>
            <a:off x="457200" y="1600200"/>
            <a:ext cx="8229600" cy="3000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457200" y="1600200"/>
            <a:ext cx="8229600" cy="3000000"/>
          </a:xfr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buNone/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 algn="l">
        <a:buChar char="•"/>
        <a:defRPr sz="2800">
          <a:solidFill>
            <a:schemeClr val="tx1"/>
          </a:solidFill>
          <a:latin typeface="+mn-lt"/>
        </a:defRPr>
      </a:lvl1pPr>
      <a:lvl2pPr marL="742950" indent="-285750" algn="l">
        <a:buChar char="–"/>
        <a:defRPr sz="2400">
          <a:solidFill>
            <a:schemeClr val="tx1"/>
          </a:solidFill>
          <a:latin typeface="+mn-lt"/>
        </a:defRPr>
      </a:lvl2pPr>
    </p:bodyStyle>
    <p:otherStyle>
      <a:lvl1pPr algn="l"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ulo"/>
          <p:cNvSpPr/>
          <p:nvPr>
            <p:ph type="title"/>
          </p:nvPr>
        </p:nvSpPr>
        <p:spPr/>
        <p:txBody>
          <a:bodyPr/>
          <a:lstStyle/>
          <a:p>
            <a:r>
              <a:t>Titulo Herdado</a:t>
            </a:r>
          </a:p>
        </p:txBody>
      </p:sp>
      <p:sp>
        <p:nvSpPr>
          <p:cNvPr id="3" name="Corpo"/>
          <p:cNvSpPr/>
          <p:nvPr>
            <p:ph type="body" idx="1"/>
          </p:nvPr>
        </p:nvSpPr>
        <p:spPr/>
        <p:txBody>
          <a:bodyPr>
            <a:normAutofit fontScale="90000" lnSpcReduction="10000"/>
          </a:bodyPr>
          <a:lstStyle/>
          <a:p>
            <a:r>
              <a:t>Primeiro nivel</a:t>
            </a:r>
          </a:p>
          <a:p>
            <a:pPr lvl="1"/>
            <a:r>
              <a:t>Segundo nivel</a:t>
            </a:r>
          </a:p>
        </p:txBody>
      </p:sp>
      <p:sp>
        <p:nvSpPr>
          <p:cNvPr id="4" name="Rotacionada"/>
          <p:cNvSpPr/>
          <p:nvPr/>
        </p:nvSpPr>
        <p:spPr>
          <a:xfrm rot="2700000">
            <a:off x="457200" y="4000000"/>
            <a:ext cx="914400" cy="457200"/>
          </a:xfrm>
          <a:prstGeom prst="rect">
            <a:avLst/>
          </a:prstGeom>
          <a:solidFill>
            <a:srgbClr val="4472C4"/>
          </a:solidFill>
        </p:spPr>
      </p:sp>
      <p:grpSp>
        <p:nvGrpSpPr>
          <p:cNvPr id="5" name="Grupo"/>
          <p:cNvGrpSpPr/>
          <p:nvPr/>
        </p:nvGrpSpPr>
        <p:grpSpPr>
          <a:xfrm>
            <a:off x="914400" y="914400"/>
            <a:ext cx="1828800" cy="914400"/>
            <a:chOff x="0" y="0"/>
            <a:chExt cx="914400" cy="457200"/>
          </a:xfrm>
        </p:grpSpPr>
        <p:sp>
          <p:nvSpPr>
            <p:cNvPr id="6" name="FilhoDoGrupo"/>
            <p:cNvSpPr/>
            <p:nvPr/>
          </p:nvSpPr>
          <p:spPr>
            <a:xfrm>
              <a:off x="228600" y="114300"/>
              <a:ext cx="457200" cy="228600"/>
            </a:xfrm>
            <a:prstGeom prst="rect">
              <a:avLst/>
            </a:prstGeom>
            <a:solidFill>
              <a:srgbClr val="2E8B57"/>
            </a:solidFill>
          </p:spPr>
        </p:sp>
      </p:grpSp>
      <p:sp>
        <p:nvSpPr>
          <p:cNvPr id="7" name="Gradiente"/>
          <p:cNvSpPr/>
          <p:nvPr/>
        </p:nvSpPr>
        <p:spPr>
          <a:xfrm>
            <a:off x="3200400" y="4000000"/>
            <a:ext cx="1371600" cy="6858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4472C4"/>
              </a:gs>
            </a:gsLst>
            <a:lin ang="5400000" scaled="1"/>
          </a:gradFill>
        </p:spPr>
      </p:sp>
      <p:sp>
        <p:nvSpPr>
          <p:cNvPr id="8" name="Estrela"/>
          <p:cNvSpPr/>
          <p:nvPr/>
        </p:nvSpPr>
        <p:spPr>
          <a:xfrm>
            <a:off x="5486400" y="3657600"/>
            <a:ext cx="1143000" cy="1143000"/>
          </a:xfrm>
          <a:prstGeom prst="star5">
            <a:avLst/>
          </a:prstGeom>
        </p:spPr>
        <p:style>
          <a:lnRef idx="2">
            <a:schemeClr val="accent2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t>Estrela</a:t>
            </a:r>
          </a:p>
        </p:txBody>
      </p:sp>
    </p:spTree>
  </p:cSld>
</p:sld>
</file>

<file path=ppt/theme/theme1.xml><?xml version="1.0" encoding="utf-8"?>
<a:theme xmlns:a="http://schemas.openxmlformats.org/drawingml/2006/main" name="GapsSmoke">
  <a:themeElements>
    <a:clrScheme name="GapsSmoke">
      <a:dk1>
        <a:srgbClr val="111111"/>
      </a:dk1>
      <a:lt1>
        <a:srgbClr val="FEFEFE"/>
      </a:lt1>
      <a:dk2>
        <a:srgbClr val="1F3864"/>
      </a:dk2>
      <a:lt2>
        <a:srgbClr val="EEECE1"/>
      </a:lt2>
      <a:accent1>
        <a:srgbClr val="FF6600"/>
      </a:accent1>
      <a:accent2>
        <a:srgbClr val="2E8B57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psSmoke">
      <a:majorFont>
        <a:latin typeface="Trebuchet MS"/>
        <a:ea typeface=""/>
        <a:cs typeface=""/>
      </a:majorFont>
      <a:minorFont>
        <a:latin typeface="Verdana"/>
        <a:ea typeface=""/>
        <a:cs typeface=""/>
      </a:minorFont>
    </a:fontScheme>
    <a:fmtScheme name="GapsSmok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