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Colunas agrupadas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18-49DF-9FF8-75D74EEEE896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18-49DF-9FF8-75D74EEEE896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18-49DF-9FF8-75D74EEEE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6697856"/>
        <c:axId val="1716696896"/>
      </c:barChart>
      <c:catAx>
        <c:axId val="1716697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16696896"/>
        <c:crosses val="autoZero"/>
        <c:auto val="1"/>
        <c:lblAlgn val="ctr"/>
        <c:lblOffset val="100"/>
        <c:noMultiLvlLbl val="0"/>
      </c:catAx>
      <c:valAx>
        <c:axId val="1716696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16697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Linhas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2A-4D9A-B58C-ECB7D9689141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2A-4D9A-B58C-ECB7D9689141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2A-4D9A-B58C-ECB7D9689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63337248"/>
        <c:axId val="1763337728"/>
      </c:lineChart>
      <c:catAx>
        <c:axId val="1763337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63337728"/>
        <c:crosses val="autoZero"/>
        <c:auto val="1"/>
        <c:lblAlgn val="ctr"/>
        <c:lblOffset val="100"/>
        <c:noMultiLvlLbl val="0"/>
      </c:catAx>
      <c:valAx>
        <c:axId val="1763337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6333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Pizza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Planilha1!$A$2:$A$5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A8-44A9-86EC-0992D0C33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Rosca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Planilha1!$A$2:$A$5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D5-4952-A1BA-C524FC5130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Radar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Planilha1!$B$2:$B$6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91-475A-B899-998BF1D051A7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Planilha1!$C$2:$C$6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91-475A-B899-998BF1D051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8928416"/>
        <c:axId val="1758927936"/>
      </c:radarChart>
      <c:catAx>
        <c:axId val="1758928416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8927936"/>
        <c:crosses val="autoZero"/>
        <c:auto val="1"/>
        <c:lblAlgn val="ctr"/>
        <c:lblOffset val="100"/>
        <c:noMultiLvlLbl val="0"/>
      </c:catAx>
      <c:valAx>
        <c:axId val="175892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5892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Dispersão XY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Valores 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Planilha1!$A$2:$A$4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Planilha1!$B$2:$B$4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628-4C13-9C5F-E4D6FCC682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02358160"/>
        <c:axId val="1502357680"/>
      </c:scatterChart>
      <c:valAx>
        <c:axId val="15023581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02357680"/>
        <c:crosses val="autoZero"/>
        <c:crossBetween val="midCat"/>
      </c:valAx>
      <c:valAx>
        <c:axId val="1502357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023581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Área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Planilha1!$A$2:$A$6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Planilha1!$B$2:$B$6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A-48C9-9728-F340200F3107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Planilha1!$A$2:$A$6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Planilha1!$C$2:$C$6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9A-48C9-9728-F340200F31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02357200"/>
        <c:axId val="1884362768"/>
      </c:areaChart>
      <c:dateAx>
        <c:axId val="15023572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84362768"/>
        <c:crosses val="autoZero"/>
        <c:auto val="1"/>
        <c:lblOffset val="100"/>
        <c:baseTimeUnit val="days"/>
      </c:dateAx>
      <c:valAx>
        <c:axId val="188436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0235720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9F5B3-721C-DD97-CFA6-196692923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7A607D-C1D8-275F-7A80-C472D3F92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69F434-684B-B5DC-47FC-230A9BD15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9D6153-BA42-7B3A-664D-5F98B4B6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F5E7A7-1F67-F876-9187-22D23BE4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78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5722B-9D25-BF85-CE5C-9249FA56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FD8073-36C6-E244-912E-D1BD2C25E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CBE527-4EFA-6667-2595-82EA7293D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4B5586-A6D2-FBF4-B236-100B69CB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12717-9EAE-F626-E894-BE4A96E0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70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5C2E4-C1BD-5554-885B-F5C9912F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7A1515-AA4A-9D4C-6864-67529847D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223E7-B0B3-3F13-79F7-7A28F285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7D8CF5-19CA-611D-7507-A201C601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A98F6B-7463-5EBD-A613-A2F1E1B3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93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861AC-618D-F917-18AD-D383F40A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8DB550-E415-C78C-4A8C-C5DFE5355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D74E6D-9728-04CC-7C16-2C79E7BFD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D6159B-188D-111D-556D-9B44B7AE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8AB7F4-11B9-BC5B-8C1A-643A59F1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8C4D0E-B9A8-CDAD-65FC-C46C93D9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536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52E67-CFA8-032D-54B7-CCFE6FB9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4592D3-FF12-62DF-CAFF-C76487843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25238-F167-6E7D-5D51-B3505232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B7C025-E09B-4E0D-2630-F48AE5E84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DD7EF3-308E-8125-3F0B-0CE248BFF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1425AE-9E47-98DF-51C2-22DE1342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6ED433-ADAE-A6CF-548A-256E19D1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AF0EA7-9EEB-D14E-7B32-22EB456B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35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6195E-1F74-E9BE-293C-21B798AD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5157E-5E72-4897-256D-90FF76A8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F09870-8800-7311-F481-E13CAB16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EF4ED8-3098-D64D-6345-9D6EBCF4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4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7ACF20-FE01-B7CB-5130-0BA6CBA2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67572D6-1A5F-DBEA-D5EA-EAB13B89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28F1CF-F593-A781-06B6-F64089696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40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E1B0B-4A4E-C6CB-3987-AF90049D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BA1509-2915-F8FE-A243-0FEC78AC1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422899-18FD-28CE-4056-58359494F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35D5CA-A4DD-CE40-D195-8B9CC5A8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7BBFD4-8554-28C8-8F27-42EEE55F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176A27-A982-F6AA-73E6-4A334F0B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4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D0B4F-67EB-14B9-01AB-8C1F403B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3598D0-9818-50EE-0F5F-2B0046F20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D682F4-5210-17A3-71B1-481F69E19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56DA3A-BCA5-EB94-AF48-B1E9D73C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032ACD-C482-07C9-F0CA-340827C6B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730F31-8A8F-77B2-66E2-2C0477BE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14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3DA59-1E17-C72E-7D41-6EDF47F9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F7B6B5-19D6-3103-D3F2-5D1FA9720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75BF62-A1A3-5B18-D12C-130D3D4A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CA47ED-1EAC-1582-9F87-ABBE5FBF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4F5A47-7344-7497-B1EB-58250E57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81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E3A463-BF68-20BE-1507-758463AE1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959BAD-0F41-A8E5-4E60-92F1566B8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CD911F-C2CB-8DD8-46CB-3C5C8E0F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249510-770E-B764-EF51-72F4AC58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0EFF77-7A89-5E07-5187-95234808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5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5680A52-5649-8C85-C523-ED856F9DF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5C1B67-7822-4A57-DF99-EE655F957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A7C734-03A9-1348-5880-AFC9761EB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FFC86-7BA4-4C67-9206-64C11BF92BF1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087F22-64B5-950C-D7ED-9D54023C8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D3217A-B213-E0E6-1E5B-E00AC40B2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1B6ED-00A0-4450-907C-94F090AA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78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272BCBF-F930-EFAC-5FF4-1BB23C3DF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581224"/>
              </p:ext>
            </p:extLst>
          </p:nvPr>
        </p:nvGraphicFramePr>
        <p:xfrm>
          <a:off x="508000" y="508000"/>
          <a:ext cx="111760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96353808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44983724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626717156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400457282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48205028"/>
                    </a:ext>
                  </a:extLst>
                </a:gridCol>
              </a:tblGrid>
              <a:tr h="889000">
                <a:tc gridSpan="3">
                  <a:txBody>
                    <a:bodyPr/>
                    <a:lstStyle/>
                    <a:p>
                      <a:r>
                        <a:rPr lang="pt-BR"/>
                        <a:t>Cabeçalho mesclado</a:t>
                      </a:r>
                    </a:p>
                    <a:p>
                      <a:r>
                        <a:rPr lang="pt-BR"/>
                        <a:t>R1 C2</a:t>
                      </a:r>
                    </a:p>
                    <a:p>
                      <a:r>
                        <a:rPr lang="pt-BR"/>
                        <a:t>R1 C3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R1 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R1 C5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82175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pt-BR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R2 C2</a:t>
                      </a:r>
                    </a:p>
                  </a:txBody>
                  <a:tcPr>
                    <a:solidFill>
                      <a:srgbClr val="FFE6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R2 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R2 C5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379806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pt-BR"/>
                        <a:t>R3 C1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pt-BR"/>
                        <a:t>R3 C2</a:t>
                      </a:r>
                    </a:p>
                    <a:p>
                      <a:r>
                        <a:rPr lang="pt-BR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R3 C4</a:t>
                      </a:r>
                    </a:p>
                  </a:txBody>
                  <a:tcPr>
                    <a:solidFill>
                      <a:srgbClr val="BE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R3 C5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301888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pt-BR"/>
                        <a:t>R4 C1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R4 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R4 C5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92163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pt-BR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R5 C3</a:t>
                      </a: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pt-BR"/>
                        <a:t>R5 C4</a:t>
                      </a:r>
                    </a:p>
                    <a:p>
                      <a:r>
                        <a:rPr lang="pt-BR"/>
                        <a:t>R5 C5</a:t>
                      </a:r>
                    </a:p>
                    <a:p>
                      <a:r>
                        <a:rPr lang="pt-BR"/>
                        <a:t>R6 C4</a:t>
                      </a:r>
                    </a:p>
                    <a:p>
                      <a:r>
                        <a:rPr lang="pt-BR"/>
                        <a:t>R6 C5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121489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pt-BR"/>
                        <a:t>R6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R6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R6 C3</a:t>
                      </a: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08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980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C8F99B47-1C62-C46B-74D6-47438D3BD0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624884"/>
              </p:ext>
            </p:extLst>
          </p:nvPr>
        </p:nvGraphicFramePr>
        <p:xfrm>
          <a:off x="254000" y="762000"/>
          <a:ext cx="558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91F55A15-A81A-FDF2-D810-ADB0CB227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650369"/>
              </p:ext>
            </p:extLst>
          </p:nvPr>
        </p:nvGraphicFramePr>
        <p:xfrm>
          <a:off x="6223000" y="762000"/>
          <a:ext cx="558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6208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29EC2163-4C95-13CE-1563-2A03D6B6C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539595"/>
              </p:ext>
            </p:extLst>
          </p:nvPr>
        </p:nvGraphicFramePr>
        <p:xfrm>
          <a:off x="254000" y="762000"/>
          <a:ext cx="558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136CE65-CFAD-E7AF-0C9A-8687475981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690990"/>
              </p:ext>
            </p:extLst>
          </p:nvPr>
        </p:nvGraphicFramePr>
        <p:xfrm>
          <a:off x="6223000" y="762000"/>
          <a:ext cx="558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071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5E8E901A-D19D-EC38-6614-FCD7C3D452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9607676"/>
              </p:ext>
            </p:extLst>
          </p:nvPr>
        </p:nvGraphicFramePr>
        <p:xfrm>
          <a:off x="254000" y="762000"/>
          <a:ext cx="558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36D4EF0-81FC-637B-4B11-2CDEDFB8F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4836280"/>
              </p:ext>
            </p:extLst>
          </p:nvPr>
        </p:nvGraphicFramePr>
        <p:xfrm>
          <a:off x="6223000" y="762000"/>
          <a:ext cx="558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1470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A9328CF-E77E-0535-6C2B-701A1AB15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424473"/>
              </p:ext>
            </p:extLst>
          </p:nvPr>
        </p:nvGraphicFramePr>
        <p:xfrm>
          <a:off x="254000" y="762000"/>
          <a:ext cx="558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28115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Apresentação na tela (16:9)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2026-07-25T08:06:05Z</dcterms:created>
  <dcterms:modified xsi:type="dcterms:W3CDTF">2026-07-25T08:06:05Z</dcterms:modified>
</cp:coreProperties>
</file>