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pt-B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6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90696D-1DA1-E84A-520B-7D0663E0E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E205D4-03B1-55B4-05F0-E2727E281D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A6FD24-1932-1A27-77DA-56D0091A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E826-896C-4BD5-BF28-E7204F9DC20B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D8C24C-BB5C-39E4-BB5A-C62B16521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5E4570-1AE7-1EED-91A9-74BA17DA6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D8EB8-B586-478C-9597-79B1FC3AE3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7538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90D1A9-7EB2-71E4-5A37-8F3373B3E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E0679E-E2C5-BA2F-38CA-6DF54F76E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6EAB3B-0650-25D6-3558-FE39F7060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E826-896C-4BD5-BF28-E7204F9DC20B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663851-B7E7-E82C-48E3-4D858B3E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C6BB18-C578-7EE5-518C-6AF7C443A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D8EB8-B586-478C-9597-79B1FC3AE3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6518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402800-2AA3-3D2B-F9DD-FBEBE7130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0ED255-4C6E-2A57-B614-9EDB22C5B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AB92AE-8B0D-F902-9E2F-CE7AAE2FA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E826-896C-4BD5-BF28-E7204F9DC20B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5EC4DC-348D-9C65-275C-90452C9FE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94F563-8D7A-93C5-C802-EE77B4B97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D8EB8-B586-478C-9597-79B1FC3AE3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4644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0A8A2-3CF9-8908-7511-25A580A23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0ACB6A-78C4-E138-9618-C6C3FB7DE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8062D7B-092C-DEE0-1665-BB14BFE5D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1E1872-8C63-EE03-AC01-9F69D4236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E826-896C-4BD5-BF28-E7204F9DC20B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CC1B92-ED27-5C26-89DE-3F32F1116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5F3102-7FBC-FDCF-AE65-60C0EA2E2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D8EB8-B586-478C-9597-79B1FC3AE3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6701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5515C0-6806-272E-09B6-EEAC36ACF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1F0EA55-24DF-93D3-DF53-34FE91BE9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933981C-EF4E-D018-6E4D-A56EF2BF6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A4BDBB3-E7E9-FA5B-FD80-18D2E2A1F8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4E2734B-3BCC-0D22-D464-0822A33CFB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8D4B445-7B66-64DB-8849-BE8FF16B1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E826-896C-4BD5-BF28-E7204F9DC20B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06FC89-5407-0641-BD91-3656A7B7F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83F2837-8ABC-CDDA-F6A9-CC31612EA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D8EB8-B586-478C-9597-79B1FC3AE3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8217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597BFB-98C4-EE47-3E39-015664F8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D542969-FC44-BBDD-A4C7-D2BC1E044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E826-896C-4BD5-BF28-E7204F9DC20B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1087778-8C8D-45C2-8953-BF2949EDE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5F0C143-67C7-299D-310D-356DF4ACE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D8EB8-B586-478C-9597-79B1FC3AE3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9003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B5774B9-41C3-8199-ACF5-6C82CA3A6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E826-896C-4BD5-BF28-E7204F9DC20B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F40BFD6-A4F0-1B4F-3A19-2BCEF1BDC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335281-09D5-81A1-352B-2C29A7EDD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D8EB8-B586-478C-9597-79B1FC3AE3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397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839497-688F-D9AA-A6EF-285519032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D86F4F-2FC0-E3D3-1D3F-10C442BB1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1FF23F5-178C-D6E2-2322-AD9C338B5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7AC3FE-DAD8-4D59-B3E0-D0D6D2BFD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E826-896C-4BD5-BF28-E7204F9DC20B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5EEAE2-0B14-0334-2528-81C0D7A2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6EF6725-60D0-E590-5FEC-D711F70DE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D8EB8-B586-478C-9597-79B1FC3AE3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2051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E379B3-97FF-2DF7-4F6A-99A07CB8A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6097B6B-B7AB-F263-420C-A40401ABF6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AD23745-4B6E-6E93-95B6-A7C41F61C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9A9832-50CA-9912-622E-561868E9E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E826-896C-4BD5-BF28-E7204F9DC20B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BD70FB4-2BD8-2461-B306-1825D416E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0502062-741A-45C5-F3C5-B89EC4F1C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D8EB8-B586-478C-9597-79B1FC3AE3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7479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22F07B-4948-6808-5A6B-029D13346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E98C716-E2AC-654A-594E-09A80ED3E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AEE7A5-9742-4997-DE74-A698E9904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E826-896C-4BD5-BF28-E7204F9DC20B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815207-C207-54FB-55E1-925F0A1FF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61C6FC-F0DF-187D-92E2-61C2D28B3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D8EB8-B586-478C-9597-79B1FC3AE3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842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438341-2EAC-2C3A-B7F3-EE7D0DF8ED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421AC37-3FA8-5EE9-9CF0-952DBE0711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EC6F0E-D066-426D-7E3B-1B6B79331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E826-896C-4BD5-BF28-E7204F9DC20B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632B5F-9F49-4598-64EB-C7B403BB8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DFA302-0149-14DA-A33A-8A744C5F8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D8EB8-B586-478C-9597-79B1FC3AE3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8178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617BF9-84DE-1953-2E6F-B3914B82A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84D910-BB89-0B2F-C6A6-DFB8DD9EE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DE9E72-56D9-2178-CB62-C8241D8E0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E826-896C-4BD5-BF28-E7204F9DC20B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C13D11-A6C9-6350-DFD5-7A66D841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CC8C6-A20B-8082-941E-F974F16F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D8EB8-B586-478C-9597-79B1FC3AE3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3036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B033F56-68B1-C066-34EC-9D334B8C1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D15F7F-84D2-24CB-269A-75DC8A7F0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537766-E179-BAF2-DFF0-58319BD79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F3E826-896C-4BD5-BF28-E7204F9DC20B}" type="datetimeFigureOut">
              <a:rPr lang="pt-BR" smtClean="0"/>
              <a:t>19/06/2026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89AB1A-8B48-C25F-4458-DDADC9A9A0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FD71F2-98A1-BC7F-BF1E-B0269C0D33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D8EB8-B586-478C-9597-79B1FC3AE3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76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2BFBB-BFC2-7477-A2E2-D9C12F9C28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Universal Slides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E8A108-BD59-58EF-7AA0-E3F6EE9C88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/>
              <a:t>Compativel 1:1 com PowerPoint</a:t>
            </a:r>
          </a:p>
        </p:txBody>
      </p:sp>
    </p:spTree>
    <p:extLst>
      <p:ext uri="{BB962C8B-B14F-4D97-AF65-F5344CB8AC3E}">
        <p14:creationId xmlns:p14="http://schemas.microsoft.com/office/powerpoint/2010/main" val="3907282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EB014A-C8B5-BFE0-8353-280C654C7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Recursos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7181A6-00FD-E325-BE79-9A1A2FFB7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Primeiro item</a:t>
            </a:r>
          </a:p>
          <a:p>
            <a:r>
              <a:rPr lang="pt-BR"/>
              <a:t>Segundo item</a:t>
            </a:r>
          </a:p>
          <a:p>
            <a:r>
              <a:rPr lang="pt-BR"/>
              <a:t>Terceiro item</a:t>
            </a:r>
          </a:p>
        </p:txBody>
      </p:sp>
    </p:spTree>
    <p:extLst>
      <p:ext uri="{BB962C8B-B14F-4D97-AF65-F5344CB8AC3E}">
        <p14:creationId xmlns:p14="http://schemas.microsoft.com/office/powerpoint/2010/main" val="3234368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5A7C755-F8E7-EF21-2030-AFA058C3BD77}"/>
              </a:ext>
            </a:extLst>
          </p:cNvPr>
          <p:cNvSpPr txBox="1"/>
          <p:nvPr/>
        </p:nvSpPr>
        <p:spPr>
          <a:xfrm>
            <a:off x="635000" y="635000"/>
            <a:ext cx="508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800" b="1"/>
              <a:t>Caixa de texto livre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7945719-8C06-C474-3A8A-60B421536028}"/>
              </a:ext>
            </a:extLst>
          </p:cNvPr>
          <p:cNvSpPr/>
          <p:nvPr/>
        </p:nvSpPr>
        <p:spPr>
          <a:xfrm>
            <a:off x="635000" y="2540000"/>
            <a:ext cx="3810000" cy="1905000"/>
          </a:xfrm>
          <a:prstGeom prst="rect">
            <a:avLst/>
          </a:prstGeom>
          <a:solidFill>
            <a:srgbClr val="4472C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Forma com preenchimento</a:t>
            </a:r>
          </a:p>
        </p:txBody>
      </p:sp>
    </p:spTree>
    <p:extLst>
      <p:ext uri="{BB962C8B-B14F-4D97-AF65-F5344CB8AC3E}">
        <p14:creationId xmlns:p14="http://schemas.microsoft.com/office/powerpoint/2010/main" val="31221168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Apresentação na tela (16:9)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Universal Slides</vt:lpstr>
      <vt:lpstr>Recursos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Kono</dc:creator>
  <cp:lastModifiedBy>Eric Kono</cp:lastModifiedBy>
  <cp:revision>1</cp:revision>
  <dcterms:created xsi:type="dcterms:W3CDTF">2026-06-19T07:19:56Z</dcterms:created>
  <dcterms:modified xsi:type="dcterms:W3CDTF">2026-06-19T07:19:56Z</dcterms:modified>
</cp:coreProperties>
</file>