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>
      <a:defRPr lang="pt-BR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2" d="100"/>
          <a:sy n="132" d="100"/>
        </p:scale>
        <p:origin x="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FA02E8-9B2F-00CF-4A82-B85A493C23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E5F9631-CAFF-0F10-6034-9401E04FE8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3EAB870-E2AD-4F40-8C47-FA367A5CA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D2B79-1078-405A-A59B-0AABE668BC98}" type="datetimeFigureOut">
              <a:rPr lang="pt-BR" smtClean="0"/>
              <a:t>25/07/2026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EFDB3E1-7E88-5D7B-8CF9-7205457B2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2EA9B39-7B3E-FF70-EBC3-3F48FB9A8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0736B-7C43-4200-ADBF-B43D14D017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6431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6206B3-24AD-9071-691F-68C49FE86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B78104B-2220-F0A0-A86A-6D312FF525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93DBF1A-F30B-E255-54EA-386641803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D2B79-1078-405A-A59B-0AABE668BC98}" type="datetimeFigureOut">
              <a:rPr lang="pt-BR" smtClean="0"/>
              <a:t>25/07/2026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D9D456A-F7F1-E568-31E0-53607DF0B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3A24376-EAE8-316E-CFF0-C4E689FFF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0736B-7C43-4200-ADBF-B43D14D017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9906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B9E6E6-29FF-DC48-C549-3C010A4E4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F7DAB47-6DF6-ECB0-0AF4-9C1DB1DF2F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5DC4DD1-F201-B4F2-7426-03FEC337B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D2B79-1078-405A-A59B-0AABE668BC98}" type="datetimeFigureOut">
              <a:rPr lang="pt-BR" smtClean="0"/>
              <a:t>25/07/2026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455CB61-3C76-ABCC-6A13-CAFE20B71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8419B75-790C-04F4-603E-379934122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0736B-7C43-4200-ADBF-B43D14D017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4494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196E6A-F061-CEDF-8D8D-65DB052DA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E144B8B-3D71-866C-AFE8-1555E31B63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8785FB1-C09B-D44D-A62E-3F45DC7501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3625C98-9616-9B74-C6EA-A0C3C2F1E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D2B79-1078-405A-A59B-0AABE668BC98}" type="datetimeFigureOut">
              <a:rPr lang="pt-BR" smtClean="0"/>
              <a:t>25/07/2026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45F872C-A67B-494A-F1A6-9AC8203A4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17BC714-02B8-9A4E-2CC5-BF8866866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0736B-7C43-4200-ADBF-B43D14D017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23274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F2D899-5E79-A44B-CF70-41B38C469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7BF9834-E460-EA89-BE1D-7C9F0DF8A2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A8E6792-AADD-8F93-BE23-FFECD07DA2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91B95B2-8B52-A884-AD4E-F1D28F21D2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EECCAE3-82D4-B7C7-A5CE-5279220777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4D2EFA3-FA09-40CB-FFCB-CD69AA869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D2B79-1078-405A-A59B-0AABE668BC98}" type="datetimeFigureOut">
              <a:rPr lang="pt-BR" smtClean="0"/>
              <a:t>25/07/2026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D1B67330-4AEF-AC1D-2E2B-A7527C65D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B4620EB-B467-A758-3B86-43A60FBA3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0736B-7C43-4200-ADBF-B43D14D017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632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B6123E-B766-4F27-37DA-C1628FCCB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A3E3520-991D-DAD3-217A-E2F639FD6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D2B79-1078-405A-A59B-0AABE668BC98}" type="datetimeFigureOut">
              <a:rPr lang="pt-BR" smtClean="0"/>
              <a:t>25/07/2026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E1162D2-3B69-7A51-B5F2-C7A226D18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06D010E-8F79-F33C-4A0F-4FF94FEFD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0736B-7C43-4200-ADBF-B43D14D017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0438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438F20C-2EE1-4396-F8A5-885D4A245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D2B79-1078-405A-A59B-0AABE668BC98}" type="datetimeFigureOut">
              <a:rPr lang="pt-BR" smtClean="0"/>
              <a:t>25/07/2026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F3B96F0-14E5-3DEE-54ED-1FE516954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999A366-C299-A859-E421-13F7757DA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0736B-7C43-4200-ADBF-B43D14D017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7195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EF3D11-FCBA-1DE9-D626-875717D78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E9E0891-CCA9-953D-C59F-1B64081295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EE1E190-DD09-9317-4423-28AF0E2364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0093364-D9C8-B92E-BDB3-6204C7D04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D2B79-1078-405A-A59B-0AABE668BC98}" type="datetimeFigureOut">
              <a:rPr lang="pt-BR" smtClean="0"/>
              <a:t>25/07/2026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A290B77-FEA7-38EA-DB7F-12B8C0B6A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99C8191-5401-393B-CE79-1D5B0CEA5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0736B-7C43-4200-ADBF-B43D14D017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8986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1AE86D-C39F-E304-078B-A9A23E5AD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56E5B09-F6BC-4176-33C4-23A9542B1F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A9AD805-552C-C9E3-D594-14B2C27D07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7163332-8F92-E764-6E32-D172012EA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D2B79-1078-405A-A59B-0AABE668BC98}" type="datetimeFigureOut">
              <a:rPr lang="pt-BR" smtClean="0"/>
              <a:t>25/07/2026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EADC9EC-78E2-2ED8-ABB6-372C0B76D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CF1558A-5100-5211-06CD-0B22EDF43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0736B-7C43-4200-ADBF-B43D14D017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2794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E4F39A-249C-5E17-29E3-F58E616FF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D9141DF-5916-040F-0D6E-393CFA1E34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93C44D-A232-4502-7E90-A81F6ADD9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D2B79-1078-405A-A59B-0AABE668BC98}" type="datetimeFigureOut">
              <a:rPr lang="pt-BR" smtClean="0"/>
              <a:t>25/07/2026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F8A7DC8-8E74-7711-E895-EEB5E7AB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4B73AF0-8ECB-BF25-4731-AF53D7676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0736B-7C43-4200-ADBF-B43D14D017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9645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98094B4-EA56-AFDA-E699-94AFBE109B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568DC06-06DC-8F7A-2ABB-5AC27ECEF9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256DABC-8797-B7A9-72DD-C8ECBD41B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D2B79-1078-405A-A59B-0AABE668BC98}" type="datetimeFigureOut">
              <a:rPr lang="pt-BR" smtClean="0"/>
              <a:t>25/07/2026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3AA5117-AD81-2AC9-8596-77E9DC7DD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A6352F1-CEE5-4B32-A758-CEF832237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0736B-7C43-4200-ADBF-B43D14D017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47556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8E61FEE-78FA-A960-BA23-5049A05B5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7F94863-6029-DD6B-3824-18706F4D05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91FC9E2-3DFA-D4DB-3243-E988295441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7D2B79-1078-405A-A59B-0AABE668BC98}" type="datetimeFigureOut">
              <a:rPr lang="pt-BR" smtClean="0"/>
              <a:t>25/07/2026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6921BE8-79B6-1CBA-23C0-54A3BBB1F0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CC39759-08EF-944B-DB8B-7817C8A67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B0736B-7C43-4200-ADBF-B43D14D017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82888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example.com/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0DDBACD-010D-40C9-BBF5-D7CEF328F92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254000"/>
            <a:ext cx="2794000" cy="209550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517C0867-410A-D508-1A69-3DB799DB9CD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98" t="11110"/>
          <a:stretch>
            <a:fillRect/>
          </a:stretch>
        </p:blipFill>
        <p:spPr>
          <a:xfrm>
            <a:off x="3778201" y="486800"/>
            <a:ext cx="2444799" cy="186270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1F8DF35E-639F-790D-D660-970A1D0B8CF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00000">
            <a:off x="6858000" y="254000"/>
            <a:ext cx="1905000" cy="19050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626A945B-3BE5-CB1A-82CF-E15FA16CCEF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398000" y="254000"/>
            <a:ext cx="2286000" cy="1714500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A9EA5EDF-B48F-5415-51DC-0E24103C530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3048000"/>
            <a:ext cx="2032000" cy="2032000"/>
          </a:xfrm>
          <a:prstGeom prst="rect">
            <a:avLst/>
          </a:prstGeom>
          <a:ln w="50800">
            <a:solidFill>
              <a:srgbClr val="4472C4"/>
            </a:solidFill>
          </a:ln>
          <a:effectLst>
            <a:outerShdw blurRad="101600" dist="107763" dir="2699994" rotWithShape="0">
              <a:scrgbClr r="0" g="0" b="0"/>
            </a:outerShdw>
          </a:effectLst>
        </p:spPr>
      </p:pic>
      <p:sp>
        <p:nvSpPr>
          <p:cNvPr id="12" name="Elipse 11">
            <a:extLst>
              <a:ext uri="{FF2B5EF4-FFF2-40B4-BE49-F238E27FC236}">
                <a16:creationId xmlns:a16="http://schemas.microsoft.com/office/drawing/2014/main" id="{F046DC93-D678-B4DB-ECCC-5B1B60EEA0CC}"/>
              </a:ext>
            </a:extLst>
          </p:cNvPr>
          <p:cNvSpPr/>
          <p:nvPr/>
        </p:nvSpPr>
        <p:spPr>
          <a:xfrm>
            <a:off x="3810000" y="3048000"/>
            <a:ext cx="2540000" cy="2032000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CFFBEBEE-7AF9-3379-1A87-B9A94DBAE03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0" y="3048000"/>
            <a:ext cx="2032000" cy="20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568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14285A"/>
            </a:gs>
            <a:gs pos="100000">
              <a:srgbClr val="FFFFFF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9B324A06-CA91-0055-B901-AD24311DA151}"/>
              </a:ext>
            </a:extLst>
          </p:cNvPr>
          <p:cNvSpPr txBox="1"/>
          <p:nvPr/>
        </p:nvSpPr>
        <p:spPr>
          <a:xfrm>
            <a:off x="2540000" y="2540000"/>
            <a:ext cx="7112000" cy="76944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4400">
                <a:solidFill>
                  <a:srgbClr val="FFFFFF"/>
                </a:solidFill>
              </a:rPr>
              <a:t>Fundo com gradiente</a:t>
            </a:r>
          </a:p>
        </p:txBody>
      </p:sp>
    </p:spTree>
    <p:extLst>
      <p:ext uri="{BB962C8B-B14F-4D97-AF65-F5344CB8AC3E}">
        <p14:creationId xmlns:p14="http://schemas.microsoft.com/office/powerpoint/2010/main" val="14811081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CF8FDBDD-BBDE-E833-F845-6A4F1D4E0EF6}"/>
              </a:ext>
            </a:extLst>
          </p:cNvPr>
          <p:cNvSpPr txBox="1"/>
          <p:nvPr/>
        </p:nvSpPr>
        <p:spPr>
          <a:xfrm>
            <a:off x="2540000" y="2794000"/>
            <a:ext cx="7112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4000" b="1">
                <a:solidFill>
                  <a:srgbClr val="FFFFFF"/>
                </a:solidFill>
              </a:rPr>
              <a:t>Fundo com imagem</a:t>
            </a:r>
          </a:p>
        </p:txBody>
      </p:sp>
    </p:spTree>
    <p:extLst>
      <p:ext uri="{BB962C8B-B14F-4D97-AF65-F5344CB8AC3E}">
        <p14:creationId xmlns:p14="http://schemas.microsoft.com/office/powerpoint/2010/main" val="25855116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Agrupar 5">
            <a:extLst>
              <a:ext uri="{FF2B5EF4-FFF2-40B4-BE49-F238E27FC236}">
                <a16:creationId xmlns:a16="http://schemas.microsoft.com/office/drawing/2014/main" id="{6DBB63B1-119A-813E-4A75-CA7D79CE341F}"/>
              </a:ext>
            </a:extLst>
          </p:cNvPr>
          <p:cNvGrpSpPr/>
          <p:nvPr/>
        </p:nvGrpSpPr>
        <p:grpSpPr>
          <a:xfrm rot="900000">
            <a:off x="1270000" y="1270000"/>
            <a:ext cx="3302000" cy="2794000"/>
            <a:chOff x="1270000" y="1270000"/>
            <a:chExt cx="3302000" cy="2794000"/>
          </a:xfrm>
        </p:grpSpPr>
        <p:grpSp>
          <p:nvGrpSpPr>
            <p:cNvPr id="4" name="grupoAB">
              <a:extLst>
                <a:ext uri="{FF2B5EF4-FFF2-40B4-BE49-F238E27FC236}">
                  <a16:creationId xmlns:a16="http://schemas.microsoft.com/office/drawing/2014/main" id="{ADE30A23-5907-8B0E-5ECC-D244100E6DA6}"/>
                </a:ext>
              </a:extLst>
            </p:cNvPr>
            <p:cNvGrpSpPr/>
            <p:nvPr/>
          </p:nvGrpSpPr>
          <p:grpSpPr>
            <a:xfrm>
              <a:off x="1270000" y="1270000"/>
              <a:ext cx="3302000" cy="1016000"/>
              <a:chOff x="1270000" y="1270000"/>
              <a:chExt cx="3302000" cy="1016000"/>
            </a:xfrm>
          </p:grpSpPr>
          <p:sp>
            <p:nvSpPr>
              <p:cNvPr id="2" name="Retângulo 1">
                <a:extLst>
                  <a:ext uri="{FF2B5EF4-FFF2-40B4-BE49-F238E27FC236}">
                    <a16:creationId xmlns:a16="http://schemas.microsoft.com/office/drawing/2014/main" id="{7C2302C0-EF6D-1F78-C2CC-8CD7FE77E87D}"/>
                  </a:ext>
                </a:extLst>
              </p:cNvPr>
              <p:cNvSpPr/>
              <p:nvPr/>
            </p:nvSpPr>
            <p:spPr>
              <a:xfrm>
                <a:off x="1270000" y="1270000"/>
                <a:ext cx="1524000" cy="1016000"/>
              </a:xfrm>
              <a:prstGeom prst="rect">
                <a:avLst/>
              </a:prstGeom>
              <a:solidFill>
                <a:srgbClr val="4472C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" name="Elipse 2">
                <a:extLst>
                  <a:ext uri="{FF2B5EF4-FFF2-40B4-BE49-F238E27FC236}">
                    <a16:creationId xmlns:a16="http://schemas.microsoft.com/office/drawing/2014/main" id="{A9FA2B4B-7902-23C1-DD63-BC32DD413E01}"/>
                  </a:ext>
                </a:extLst>
              </p:cNvPr>
              <p:cNvSpPr/>
              <p:nvPr/>
            </p:nvSpPr>
            <p:spPr>
              <a:xfrm>
                <a:off x="3048000" y="1270000"/>
                <a:ext cx="1524000" cy="1016000"/>
              </a:xfrm>
              <a:prstGeom prst="ellipse">
                <a:avLst/>
              </a:prstGeom>
              <a:solidFill>
                <a:srgbClr val="DC5A28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sp>
          <p:nvSpPr>
            <p:cNvPr id="5" name="Losango 4">
              <a:extLst>
                <a:ext uri="{FF2B5EF4-FFF2-40B4-BE49-F238E27FC236}">
                  <a16:creationId xmlns:a16="http://schemas.microsoft.com/office/drawing/2014/main" id="{5A6C788F-8789-3124-31B5-C0720BEF2454}"/>
                </a:ext>
              </a:extLst>
            </p:cNvPr>
            <p:cNvSpPr/>
            <p:nvPr/>
          </p:nvSpPr>
          <p:spPr>
            <a:xfrm>
              <a:off x="2286000" y="2794000"/>
              <a:ext cx="1270000" cy="1270000"/>
            </a:xfrm>
            <a:prstGeom prst="diamond">
              <a:avLst/>
            </a:prstGeom>
            <a:solidFill>
              <a:srgbClr val="28AA5A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CCE8D725-1678-4756-13D2-55C124945EFD}"/>
              </a:ext>
            </a:extLst>
          </p:cNvPr>
          <p:cNvSpPr/>
          <p:nvPr/>
        </p:nvSpPr>
        <p:spPr>
          <a:xfrm>
            <a:off x="7620000" y="1905000"/>
            <a:ext cx="2540000" cy="1524000"/>
          </a:xfrm>
          <a:prstGeom prst="roundRect">
            <a:avLst/>
          </a:prstGeom>
          <a:solidFill>
            <a:srgbClr val="963CC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E17CBEB2-20DC-D651-9133-41A6691BE64E}"/>
              </a:ext>
            </a:extLst>
          </p:cNvPr>
          <p:cNvSpPr/>
          <p:nvPr/>
        </p:nvSpPr>
        <p:spPr>
          <a:xfrm>
            <a:off x="8255000" y="2540000"/>
            <a:ext cx="2540000" cy="1524000"/>
          </a:xfrm>
          <a:prstGeom prst="roundRect">
            <a:avLst/>
          </a:prstGeom>
          <a:solidFill>
            <a:srgbClr val="F0AA2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77252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0E5DD5AF-D38B-FEDD-BC88-197E36AD4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Rodapé de estresse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64B02970-97FA-81C6-EA48-2A6E4D103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0736B-7C43-4200-ADBF-B43D14D0174E}" type="slidenum">
              <a:rPr lang="pt-BR" smtClean="0"/>
              <a:t>5</a:t>
            </a:fld>
            <a:endParaRPr lang="pt-BR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00902C6-0E94-77B6-9EB1-BED9BF97F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25/07/2026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87F7B76-2E24-BD8C-6F8B-1A616FA79B69}"/>
              </a:ext>
            </a:extLst>
          </p:cNvPr>
          <p:cNvSpPr txBox="1"/>
          <p:nvPr/>
        </p:nvSpPr>
        <p:spPr>
          <a:xfrm>
            <a:off x="1270000" y="1905000"/>
            <a:ext cx="762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>
                <a:hlinkClick r:id="rId2"/>
              </a:rPr>
              <a:t>Link para exemplo.com</a:t>
            </a:r>
            <a:endParaRPr lang="pt-BR" sz="2800"/>
          </a:p>
        </p:txBody>
      </p:sp>
    </p:spTree>
    <p:extLst>
      <p:ext uri="{BB962C8B-B14F-4D97-AF65-F5344CB8AC3E}">
        <p14:creationId xmlns:p14="http://schemas.microsoft.com/office/powerpoint/2010/main" val="266777733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</Words>
  <Application>Microsoft Office PowerPoint</Application>
  <PresentationFormat>Apresentação na tela (16:9)</PresentationFormat>
  <Paragraphs>6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Eric Kono</dc:creator>
  <cp:lastModifiedBy>Eric Kono</cp:lastModifiedBy>
  <cp:revision>1</cp:revision>
  <dcterms:created xsi:type="dcterms:W3CDTF">2026-07-25T08:07:04Z</dcterms:created>
  <dcterms:modified xsi:type="dcterms:W3CDTF">2026-07-25T08:07:04Z</dcterms:modified>
</cp:coreProperties>
</file>