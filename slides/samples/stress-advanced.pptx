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Lst>
  <p:sldSz cx="9144000" cy="5143500" type="screen16x9"/>
  <p:notesSz cx="6858000" cy="9144000"/>
  <p:defaultTextStyle>
    <a:defPPr>
      <a:defRPr lang="pt-B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2" d="100"/>
          <a:sy n="132" d="100"/>
        </p:scale>
        <p:origin x="9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4E0C0A7-8732-44D5-8632-0F28E2689A6D}" type="doc">
      <dgm:prSet loTypeId="urn:microsoft.com/office/officeart/2005/8/layout/default" loCatId="list" qsTypeId="urn:microsoft.com/office/officeart/2005/8/quickstyle/simple1" qsCatId="simple" csTypeId="urn:microsoft.com/office/officeart/2005/8/colors/accent1_2" csCatId="accent1" phldr="0"/>
      <dgm:spPr/>
      <dgm:t>
        <a:bodyPr/>
        <a:lstStyle/>
        <a:p>
          <a:endParaRPr lang="pt-BR"/>
        </a:p>
      </dgm:t>
    </dgm:pt>
    <dgm:pt modelId="{B62C89E1-5BE5-4DED-901A-58ACCECDB32A}">
      <dgm:prSet phldrT="[Texto]" phldr="1"/>
      <dgm:spPr/>
      <dgm:t>
        <a:bodyPr/>
        <a:lstStyle/>
        <a:p>
          <a:endParaRPr lang="pt-BR"/>
        </a:p>
      </dgm:t>
    </dgm:pt>
    <dgm:pt modelId="{D53053A0-5882-4580-A7EC-9C97E507B51D}" type="parTrans" cxnId="{621FFAED-BC0B-49B8-8E4A-109075AC9E5F}">
      <dgm:prSet/>
      <dgm:spPr/>
      <dgm:t>
        <a:bodyPr/>
        <a:lstStyle/>
        <a:p>
          <a:endParaRPr lang="pt-BR"/>
        </a:p>
      </dgm:t>
    </dgm:pt>
    <dgm:pt modelId="{0507312E-072B-4993-9690-2EB182D9BD65}" type="sibTrans" cxnId="{621FFAED-BC0B-49B8-8E4A-109075AC9E5F}">
      <dgm:prSet/>
      <dgm:spPr/>
      <dgm:t>
        <a:bodyPr/>
        <a:lstStyle/>
        <a:p>
          <a:endParaRPr lang="pt-BR"/>
        </a:p>
      </dgm:t>
    </dgm:pt>
    <dgm:pt modelId="{60C2AE54-51A9-46F7-A3D1-D32B604FC331}">
      <dgm:prSet phldrT="[Texto]" phldr="1"/>
      <dgm:spPr/>
      <dgm:t>
        <a:bodyPr/>
        <a:lstStyle/>
        <a:p>
          <a:endParaRPr lang="pt-BR"/>
        </a:p>
      </dgm:t>
    </dgm:pt>
    <dgm:pt modelId="{BD42EA6A-B6C9-430B-9914-315AB9A3261E}" type="parTrans" cxnId="{1279A4D0-633E-44CC-B204-F097E27CCBB8}">
      <dgm:prSet/>
      <dgm:spPr/>
      <dgm:t>
        <a:bodyPr/>
        <a:lstStyle/>
        <a:p>
          <a:endParaRPr lang="pt-BR"/>
        </a:p>
      </dgm:t>
    </dgm:pt>
    <dgm:pt modelId="{2B77DECF-F10B-4288-9A6D-3197CABA410F}" type="sibTrans" cxnId="{1279A4D0-633E-44CC-B204-F097E27CCBB8}">
      <dgm:prSet/>
      <dgm:spPr/>
      <dgm:t>
        <a:bodyPr/>
        <a:lstStyle/>
        <a:p>
          <a:endParaRPr lang="pt-BR"/>
        </a:p>
      </dgm:t>
    </dgm:pt>
    <dgm:pt modelId="{FA385377-4605-4BBF-B5C3-D4A8AA0543FC}">
      <dgm:prSet phldrT="[Texto]" phldr="1"/>
      <dgm:spPr/>
      <dgm:t>
        <a:bodyPr/>
        <a:lstStyle/>
        <a:p>
          <a:endParaRPr lang="pt-BR"/>
        </a:p>
      </dgm:t>
    </dgm:pt>
    <dgm:pt modelId="{786A9159-481E-4FC1-80F4-2602F5DF0C2D}" type="parTrans" cxnId="{5857FD2F-948E-4058-9D47-DDD9BAE72AC9}">
      <dgm:prSet/>
      <dgm:spPr/>
      <dgm:t>
        <a:bodyPr/>
        <a:lstStyle/>
        <a:p>
          <a:endParaRPr lang="pt-BR"/>
        </a:p>
      </dgm:t>
    </dgm:pt>
    <dgm:pt modelId="{38D12F06-D9A8-48F8-A41A-CBB3EE74E8AD}" type="sibTrans" cxnId="{5857FD2F-948E-4058-9D47-DDD9BAE72AC9}">
      <dgm:prSet/>
      <dgm:spPr/>
      <dgm:t>
        <a:bodyPr/>
        <a:lstStyle/>
        <a:p>
          <a:endParaRPr lang="pt-BR"/>
        </a:p>
      </dgm:t>
    </dgm:pt>
    <dgm:pt modelId="{3D3D4341-12EB-4E9B-8E90-F670563FCBB3}">
      <dgm:prSet phldrT="[Texto]" phldr="1"/>
      <dgm:spPr/>
      <dgm:t>
        <a:bodyPr/>
        <a:lstStyle/>
        <a:p>
          <a:endParaRPr lang="pt-BR"/>
        </a:p>
      </dgm:t>
    </dgm:pt>
    <dgm:pt modelId="{73FD9124-04C4-436C-897B-E1FB66633F57}" type="parTrans" cxnId="{D2AFD47D-F196-4386-80A6-8D0AD1A22B5F}">
      <dgm:prSet/>
      <dgm:spPr/>
      <dgm:t>
        <a:bodyPr/>
        <a:lstStyle/>
        <a:p>
          <a:endParaRPr lang="pt-BR"/>
        </a:p>
      </dgm:t>
    </dgm:pt>
    <dgm:pt modelId="{756EAC52-6C43-4CF2-9FCE-B9E9144F8545}" type="sibTrans" cxnId="{D2AFD47D-F196-4386-80A6-8D0AD1A22B5F}">
      <dgm:prSet/>
      <dgm:spPr/>
      <dgm:t>
        <a:bodyPr/>
        <a:lstStyle/>
        <a:p>
          <a:endParaRPr lang="pt-BR"/>
        </a:p>
      </dgm:t>
    </dgm:pt>
    <dgm:pt modelId="{84C89C14-CCEE-4F8C-A44A-EF10665B21F6}">
      <dgm:prSet phldrT="[Texto]" phldr="1"/>
      <dgm:spPr/>
      <dgm:t>
        <a:bodyPr/>
        <a:lstStyle/>
        <a:p>
          <a:endParaRPr lang="pt-BR"/>
        </a:p>
      </dgm:t>
    </dgm:pt>
    <dgm:pt modelId="{9B1A7E8A-3777-4769-9997-3321E5B96AEA}" type="parTrans" cxnId="{9172E652-EF89-451E-A7F9-5B7857AB4BD9}">
      <dgm:prSet/>
      <dgm:spPr/>
      <dgm:t>
        <a:bodyPr/>
        <a:lstStyle/>
        <a:p>
          <a:endParaRPr lang="pt-BR"/>
        </a:p>
      </dgm:t>
    </dgm:pt>
    <dgm:pt modelId="{BA05D775-43C7-43C1-A3D0-D4DE82C75441}" type="sibTrans" cxnId="{9172E652-EF89-451E-A7F9-5B7857AB4BD9}">
      <dgm:prSet/>
      <dgm:spPr/>
      <dgm:t>
        <a:bodyPr/>
        <a:lstStyle/>
        <a:p>
          <a:endParaRPr lang="pt-BR"/>
        </a:p>
      </dgm:t>
    </dgm:pt>
    <dgm:pt modelId="{45761B8F-AAD1-451A-BEC7-1C476B5320F7}" type="pres">
      <dgm:prSet presAssocID="{64E0C0A7-8732-44D5-8632-0F28E2689A6D}" presName="diagram" presStyleCnt="0">
        <dgm:presLayoutVars>
          <dgm:dir/>
          <dgm:resizeHandles val="exact"/>
        </dgm:presLayoutVars>
      </dgm:prSet>
      <dgm:spPr/>
    </dgm:pt>
    <dgm:pt modelId="{C78985CE-D686-4C58-8CC9-0C7405412D89}" type="pres">
      <dgm:prSet presAssocID="{B62C89E1-5BE5-4DED-901A-58ACCECDB32A}" presName="node" presStyleLbl="node1" presStyleIdx="0" presStyleCnt="5">
        <dgm:presLayoutVars>
          <dgm:bulletEnabled val="1"/>
        </dgm:presLayoutVars>
      </dgm:prSet>
      <dgm:spPr/>
    </dgm:pt>
    <dgm:pt modelId="{6B2A1BB8-0CE5-4A46-BD89-657E13F517A1}" type="pres">
      <dgm:prSet presAssocID="{0507312E-072B-4993-9690-2EB182D9BD65}" presName="sibTrans" presStyleCnt="0"/>
      <dgm:spPr/>
    </dgm:pt>
    <dgm:pt modelId="{2A8FE0D0-D1C6-4C93-A7A3-C6FC3B210071}" type="pres">
      <dgm:prSet presAssocID="{60C2AE54-51A9-46F7-A3D1-D32B604FC331}" presName="node" presStyleLbl="node1" presStyleIdx="1" presStyleCnt="5">
        <dgm:presLayoutVars>
          <dgm:bulletEnabled val="1"/>
        </dgm:presLayoutVars>
      </dgm:prSet>
      <dgm:spPr/>
    </dgm:pt>
    <dgm:pt modelId="{022C4F8A-6685-4930-9978-B5DB9D3705BC}" type="pres">
      <dgm:prSet presAssocID="{2B77DECF-F10B-4288-9A6D-3197CABA410F}" presName="sibTrans" presStyleCnt="0"/>
      <dgm:spPr/>
    </dgm:pt>
    <dgm:pt modelId="{3396F514-B88F-428D-AFA1-E3A29944F5E2}" type="pres">
      <dgm:prSet presAssocID="{FA385377-4605-4BBF-B5C3-D4A8AA0543FC}" presName="node" presStyleLbl="node1" presStyleIdx="2" presStyleCnt="5">
        <dgm:presLayoutVars>
          <dgm:bulletEnabled val="1"/>
        </dgm:presLayoutVars>
      </dgm:prSet>
      <dgm:spPr/>
    </dgm:pt>
    <dgm:pt modelId="{C8DB4089-1BB2-4444-8724-A31478845E97}" type="pres">
      <dgm:prSet presAssocID="{38D12F06-D9A8-48F8-A41A-CBB3EE74E8AD}" presName="sibTrans" presStyleCnt="0"/>
      <dgm:spPr/>
    </dgm:pt>
    <dgm:pt modelId="{A5380E8C-BE3D-4AAE-81C1-CA86789B637C}" type="pres">
      <dgm:prSet presAssocID="{3D3D4341-12EB-4E9B-8E90-F670563FCBB3}" presName="node" presStyleLbl="node1" presStyleIdx="3" presStyleCnt="5">
        <dgm:presLayoutVars>
          <dgm:bulletEnabled val="1"/>
        </dgm:presLayoutVars>
      </dgm:prSet>
      <dgm:spPr/>
    </dgm:pt>
    <dgm:pt modelId="{A6E421DB-CAA4-42C8-9FDF-EC167C4E4983}" type="pres">
      <dgm:prSet presAssocID="{756EAC52-6C43-4CF2-9FCE-B9E9144F8545}" presName="sibTrans" presStyleCnt="0"/>
      <dgm:spPr/>
    </dgm:pt>
    <dgm:pt modelId="{5CAFDDFB-3BE2-4AD6-A967-C1331352CDFF}" type="pres">
      <dgm:prSet presAssocID="{84C89C14-CCEE-4F8C-A44A-EF10665B21F6}" presName="node" presStyleLbl="node1" presStyleIdx="4" presStyleCnt="5">
        <dgm:presLayoutVars>
          <dgm:bulletEnabled val="1"/>
        </dgm:presLayoutVars>
      </dgm:prSet>
      <dgm:spPr/>
    </dgm:pt>
  </dgm:ptLst>
  <dgm:cxnLst>
    <dgm:cxn modelId="{6B824E0D-0A7D-4FC9-B75E-10F9CC6E6DB6}" type="presOf" srcId="{3D3D4341-12EB-4E9B-8E90-F670563FCBB3}" destId="{A5380E8C-BE3D-4AAE-81C1-CA86789B637C}" srcOrd="0" destOrd="0" presId="urn:microsoft.com/office/officeart/2005/8/layout/default"/>
    <dgm:cxn modelId="{5857FD2F-948E-4058-9D47-DDD9BAE72AC9}" srcId="{64E0C0A7-8732-44D5-8632-0F28E2689A6D}" destId="{FA385377-4605-4BBF-B5C3-D4A8AA0543FC}" srcOrd="2" destOrd="0" parTransId="{786A9159-481E-4FC1-80F4-2602F5DF0C2D}" sibTransId="{38D12F06-D9A8-48F8-A41A-CBB3EE74E8AD}"/>
    <dgm:cxn modelId="{2514C94B-E467-4E18-A9B7-ABFA65145487}" type="presOf" srcId="{FA385377-4605-4BBF-B5C3-D4A8AA0543FC}" destId="{3396F514-B88F-428D-AFA1-E3A29944F5E2}" srcOrd="0" destOrd="0" presId="urn:microsoft.com/office/officeart/2005/8/layout/default"/>
    <dgm:cxn modelId="{04E8674E-A7B8-4467-947D-C64D6188EF7F}" type="presOf" srcId="{64E0C0A7-8732-44D5-8632-0F28E2689A6D}" destId="{45761B8F-AAD1-451A-BEC7-1C476B5320F7}" srcOrd="0" destOrd="0" presId="urn:microsoft.com/office/officeart/2005/8/layout/default"/>
    <dgm:cxn modelId="{9172E652-EF89-451E-A7F9-5B7857AB4BD9}" srcId="{64E0C0A7-8732-44D5-8632-0F28E2689A6D}" destId="{84C89C14-CCEE-4F8C-A44A-EF10665B21F6}" srcOrd="4" destOrd="0" parTransId="{9B1A7E8A-3777-4769-9997-3321E5B96AEA}" sibTransId="{BA05D775-43C7-43C1-A3D0-D4DE82C75441}"/>
    <dgm:cxn modelId="{D2AFD47D-F196-4386-80A6-8D0AD1A22B5F}" srcId="{64E0C0A7-8732-44D5-8632-0F28E2689A6D}" destId="{3D3D4341-12EB-4E9B-8E90-F670563FCBB3}" srcOrd="3" destOrd="0" parTransId="{73FD9124-04C4-436C-897B-E1FB66633F57}" sibTransId="{756EAC52-6C43-4CF2-9FCE-B9E9144F8545}"/>
    <dgm:cxn modelId="{5BDD6F84-D0E7-4CD8-9BBA-E84221E4A97A}" type="presOf" srcId="{60C2AE54-51A9-46F7-A3D1-D32B604FC331}" destId="{2A8FE0D0-D1C6-4C93-A7A3-C6FC3B210071}" srcOrd="0" destOrd="0" presId="urn:microsoft.com/office/officeart/2005/8/layout/default"/>
    <dgm:cxn modelId="{1279A4D0-633E-44CC-B204-F097E27CCBB8}" srcId="{64E0C0A7-8732-44D5-8632-0F28E2689A6D}" destId="{60C2AE54-51A9-46F7-A3D1-D32B604FC331}" srcOrd="1" destOrd="0" parTransId="{BD42EA6A-B6C9-430B-9914-315AB9A3261E}" sibTransId="{2B77DECF-F10B-4288-9A6D-3197CABA410F}"/>
    <dgm:cxn modelId="{8097C9D9-E1B9-4231-82B2-41A1FD0409B2}" type="presOf" srcId="{B62C89E1-5BE5-4DED-901A-58ACCECDB32A}" destId="{C78985CE-D686-4C58-8CC9-0C7405412D89}" srcOrd="0" destOrd="0" presId="urn:microsoft.com/office/officeart/2005/8/layout/default"/>
    <dgm:cxn modelId="{621FFAED-BC0B-49B8-8E4A-109075AC9E5F}" srcId="{64E0C0A7-8732-44D5-8632-0F28E2689A6D}" destId="{B62C89E1-5BE5-4DED-901A-58ACCECDB32A}" srcOrd="0" destOrd="0" parTransId="{D53053A0-5882-4580-A7EC-9C97E507B51D}" sibTransId="{0507312E-072B-4993-9690-2EB182D9BD65}"/>
    <dgm:cxn modelId="{3E9689FD-041E-44FD-8B0A-18EDCF43780C}" type="presOf" srcId="{84C89C14-CCEE-4F8C-A44A-EF10665B21F6}" destId="{5CAFDDFB-3BE2-4AD6-A967-C1331352CDFF}" srcOrd="0" destOrd="0" presId="urn:microsoft.com/office/officeart/2005/8/layout/default"/>
    <dgm:cxn modelId="{3B073818-3604-4E4A-9E7A-B6F00D39038B}" type="presParOf" srcId="{45761B8F-AAD1-451A-BEC7-1C476B5320F7}" destId="{C78985CE-D686-4C58-8CC9-0C7405412D89}" srcOrd="0" destOrd="0" presId="urn:microsoft.com/office/officeart/2005/8/layout/default"/>
    <dgm:cxn modelId="{08B49908-A792-4D95-9272-B7142C188E52}" type="presParOf" srcId="{45761B8F-AAD1-451A-BEC7-1C476B5320F7}" destId="{6B2A1BB8-0CE5-4A46-BD89-657E13F517A1}" srcOrd="1" destOrd="0" presId="urn:microsoft.com/office/officeart/2005/8/layout/default"/>
    <dgm:cxn modelId="{8C8808C9-388D-4F51-9544-381F3D6A0D66}" type="presParOf" srcId="{45761B8F-AAD1-451A-BEC7-1C476B5320F7}" destId="{2A8FE0D0-D1C6-4C93-A7A3-C6FC3B210071}" srcOrd="2" destOrd="0" presId="urn:microsoft.com/office/officeart/2005/8/layout/default"/>
    <dgm:cxn modelId="{F11E184E-BB03-4CA8-B341-F4652B10013E}" type="presParOf" srcId="{45761B8F-AAD1-451A-BEC7-1C476B5320F7}" destId="{022C4F8A-6685-4930-9978-B5DB9D3705BC}" srcOrd="3" destOrd="0" presId="urn:microsoft.com/office/officeart/2005/8/layout/default"/>
    <dgm:cxn modelId="{48D84CFF-68D7-4E20-AEFD-DE3956C0268A}" type="presParOf" srcId="{45761B8F-AAD1-451A-BEC7-1C476B5320F7}" destId="{3396F514-B88F-428D-AFA1-E3A29944F5E2}" srcOrd="4" destOrd="0" presId="urn:microsoft.com/office/officeart/2005/8/layout/default"/>
    <dgm:cxn modelId="{BC6B7435-7ED4-4BCC-B435-619F0FF40520}" type="presParOf" srcId="{45761B8F-AAD1-451A-BEC7-1C476B5320F7}" destId="{C8DB4089-1BB2-4444-8724-A31478845E97}" srcOrd="5" destOrd="0" presId="urn:microsoft.com/office/officeart/2005/8/layout/default"/>
    <dgm:cxn modelId="{490662F5-8DE8-47D7-8F03-011DA5C5D169}" type="presParOf" srcId="{45761B8F-AAD1-451A-BEC7-1C476B5320F7}" destId="{A5380E8C-BE3D-4AAE-81C1-CA86789B637C}" srcOrd="6" destOrd="0" presId="urn:microsoft.com/office/officeart/2005/8/layout/default"/>
    <dgm:cxn modelId="{2B9B2877-527D-42D6-8162-6219C55FAFDF}" type="presParOf" srcId="{45761B8F-AAD1-451A-BEC7-1C476B5320F7}" destId="{A6E421DB-CAA4-42C8-9FDF-EC167C4E4983}" srcOrd="7" destOrd="0" presId="urn:microsoft.com/office/officeart/2005/8/layout/default"/>
    <dgm:cxn modelId="{C88661CD-B49F-47C0-9908-86DD589A657B}" type="presParOf" srcId="{45761B8F-AAD1-451A-BEC7-1C476B5320F7}" destId="{5CAFDDFB-3BE2-4AD6-A967-C1331352CDFF}" srcOrd="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8985CE-D686-4C58-8CC9-0C7405412D89}">
      <dsp:nvSpPr>
        <dsp:cNvPr id="0" name=""/>
        <dsp:cNvSpPr/>
      </dsp:nvSpPr>
      <dsp:spPr>
        <a:xfrm>
          <a:off x="0" y="373062"/>
          <a:ext cx="3333749" cy="2000250"/>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endParaRPr lang="pt-BR" sz="6500" kern="1200"/>
        </a:p>
      </dsp:txBody>
      <dsp:txXfrm>
        <a:off x="0" y="373062"/>
        <a:ext cx="3333749" cy="2000250"/>
      </dsp:txXfrm>
    </dsp:sp>
    <dsp:sp modelId="{2A8FE0D0-D1C6-4C93-A7A3-C6FC3B210071}">
      <dsp:nvSpPr>
        <dsp:cNvPr id="0" name=""/>
        <dsp:cNvSpPr/>
      </dsp:nvSpPr>
      <dsp:spPr>
        <a:xfrm>
          <a:off x="3667124" y="373062"/>
          <a:ext cx="3333749" cy="2000250"/>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endParaRPr lang="pt-BR" sz="6500" kern="1200"/>
        </a:p>
      </dsp:txBody>
      <dsp:txXfrm>
        <a:off x="3667124" y="373062"/>
        <a:ext cx="3333749" cy="2000250"/>
      </dsp:txXfrm>
    </dsp:sp>
    <dsp:sp modelId="{3396F514-B88F-428D-AFA1-E3A29944F5E2}">
      <dsp:nvSpPr>
        <dsp:cNvPr id="0" name=""/>
        <dsp:cNvSpPr/>
      </dsp:nvSpPr>
      <dsp:spPr>
        <a:xfrm>
          <a:off x="7334250" y="373062"/>
          <a:ext cx="3333749" cy="2000250"/>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endParaRPr lang="pt-BR" sz="6500" kern="1200"/>
        </a:p>
      </dsp:txBody>
      <dsp:txXfrm>
        <a:off x="7334250" y="373062"/>
        <a:ext cx="3333749" cy="2000250"/>
      </dsp:txXfrm>
    </dsp:sp>
    <dsp:sp modelId="{A5380E8C-BE3D-4AAE-81C1-CA86789B637C}">
      <dsp:nvSpPr>
        <dsp:cNvPr id="0" name=""/>
        <dsp:cNvSpPr/>
      </dsp:nvSpPr>
      <dsp:spPr>
        <a:xfrm>
          <a:off x="1833562" y="2706687"/>
          <a:ext cx="3333749" cy="2000250"/>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endParaRPr lang="pt-BR" sz="6500" kern="1200"/>
        </a:p>
      </dsp:txBody>
      <dsp:txXfrm>
        <a:off x="1833562" y="2706687"/>
        <a:ext cx="3333749" cy="2000250"/>
      </dsp:txXfrm>
    </dsp:sp>
    <dsp:sp modelId="{5CAFDDFB-3BE2-4AD6-A967-C1331352CDFF}">
      <dsp:nvSpPr>
        <dsp:cNvPr id="0" name=""/>
        <dsp:cNvSpPr/>
      </dsp:nvSpPr>
      <dsp:spPr>
        <a:xfrm>
          <a:off x="5500687" y="2706687"/>
          <a:ext cx="3333749" cy="2000250"/>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endParaRPr lang="pt-BR" sz="6500" kern="1200"/>
        </a:p>
      </dsp:txBody>
      <dsp:txXfrm>
        <a:off x="5500687" y="2706687"/>
        <a:ext cx="3333749" cy="2000250"/>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2499B7A-6CDB-5BC2-FFA3-0D1313BFB49E}"/>
              </a:ext>
            </a:extLst>
          </p:cNvPr>
          <p:cNvSpPr>
            <a:spLocks noGrp="1"/>
          </p:cNvSpPr>
          <p:nvPr>
            <p:ph type="ctrTitle"/>
          </p:nvPr>
        </p:nvSpPr>
        <p:spPr>
          <a:xfrm>
            <a:off x="1143000" y="841772"/>
            <a:ext cx="6858000" cy="1790700"/>
          </a:xfrm>
        </p:spPr>
        <p:txBody>
          <a:bodyPr anchor="b"/>
          <a:lstStyle>
            <a:lvl1pPr algn="ctr">
              <a:defRPr sz="4500"/>
            </a:lvl1pPr>
          </a:lstStyle>
          <a:p>
            <a:r>
              <a:rPr lang="pt-BR"/>
              <a:t>Clique para editar o título Mestre</a:t>
            </a:r>
          </a:p>
        </p:txBody>
      </p:sp>
      <p:sp>
        <p:nvSpPr>
          <p:cNvPr id="3" name="Subtítulo 2">
            <a:extLst>
              <a:ext uri="{FF2B5EF4-FFF2-40B4-BE49-F238E27FC236}">
                <a16:creationId xmlns:a16="http://schemas.microsoft.com/office/drawing/2014/main" id="{4D2B1356-AB87-5C2A-A447-E35FEBD40A85}"/>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9D4A5AE0-2A6A-9B22-E8F4-CC401AF98367}"/>
              </a:ext>
            </a:extLst>
          </p:cNvPr>
          <p:cNvSpPr>
            <a:spLocks noGrp="1"/>
          </p:cNvSpPr>
          <p:nvPr>
            <p:ph type="dt" sz="half" idx="10"/>
          </p:nvPr>
        </p:nvSpPr>
        <p:spPr/>
        <p:txBody>
          <a:bodyPr/>
          <a:lstStyle/>
          <a:p>
            <a:fld id="{E4E12FB0-06EC-4CEA-847D-0B7424666510}" type="datetimeFigureOut">
              <a:rPr lang="pt-BR" smtClean="0"/>
              <a:t>25/07/2026</a:t>
            </a:fld>
            <a:endParaRPr lang="pt-BR"/>
          </a:p>
        </p:txBody>
      </p:sp>
      <p:sp>
        <p:nvSpPr>
          <p:cNvPr id="5" name="Espaço Reservado para Rodapé 4">
            <a:extLst>
              <a:ext uri="{FF2B5EF4-FFF2-40B4-BE49-F238E27FC236}">
                <a16:creationId xmlns:a16="http://schemas.microsoft.com/office/drawing/2014/main" id="{939E54CD-D051-F529-0826-F8528A667AB2}"/>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3DE49CCF-CFE7-706A-EC22-943EE298329C}"/>
              </a:ext>
            </a:extLst>
          </p:cNvPr>
          <p:cNvSpPr>
            <a:spLocks noGrp="1"/>
          </p:cNvSpPr>
          <p:nvPr>
            <p:ph type="sldNum" sz="quarter" idx="12"/>
          </p:nvPr>
        </p:nvSpPr>
        <p:spPr/>
        <p:txBody>
          <a:bodyPr/>
          <a:lstStyle/>
          <a:p>
            <a:fld id="{5A49BB06-B416-483B-8CE3-FB16711DAD99}" type="slidenum">
              <a:rPr lang="pt-BR" smtClean="0"/>
              <a:t>‹nº›</a:t>
            </a:fld>
            <a:endParaRPr lang="pt-BR"/>
          </a:p>
        </p:txBody>
      </p:sp>
    </p:spTree>
    <p:extLst>
      <p:ext uri="{BB962C8B-B14F-4D97-AF65-F5344CB8AC3E}">
        <p14:creationId xmlns:p14="http://schemas.microsoft.com/office/powerpoint/2010/main" val="33422616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FA092BD-8029-21F9-58FC-D1F0FBD91C57}"/>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EEFF0E7F-7301-DE02-5E79-E69DBFCD0762}"/>
              </a:ext>
            </a:extLst>
          </p:cNvPr>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8A6F6CE7-7E29-8844-F845-0251B62D88CC}"/>
              </a:ext>
            </a:extLst>
          </p:cNvPr>
          <p:cNvSpPr>
            <a:spLocks noGrp="1"/>
          </p:cNvSpPr>
          <p:nvPr>
            <p:ph type="dt" sz="half" idx="10"/>
          </p:nvPr>
        </p:nvSpPr>
        <p:spPr/>
        <p:txBody>
          <a:bodyPr/>
          <a:lstStyle/>
          <a:p>
            <a:fld id="{E4E12FB0-06EC-4CEA-847D-0B7424666510}" type="datetimeFigureOut">
              <a:rPr lang="pt-BR" smtClean="0"/>
              <a:t>25/07/2026</a:t>
            </a:fld>
            <a:endParaRPr lang="pt-BR"/>
          </a:p>
        </p:txBody>
      </p:sp>
      <p:sp>
        <p:nvSpPr>
          <p:cNvPr id="5" name="Espaço Reservado para Rodapé 4">
            <a:extLst>
              <a:ext uri="{FF2B5EF4-FFF2-40B4-BE49-F238E27FC236}">
                <a16:creationId xmlns:a16="http://schemas.microsoft.com/office/drawing/2014/main" id="{D418BAB4-C0AB-9FF9-C092-63E1B0CD15AF}"/>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A9B86FB8-20F4-3B99-49B5-8C57495D5666}"/>
              </a:ext>
            </a:extLst>
          </p:cNvPr>
          <p:cNvSpPr>
            <a:spLocks noGrp="1"/>
          </p:cNvSpPr>
          <p:nvPr>
            <p:ph type="sldNum" sz="quarter" idx="12"/>
          </p:nvPr>
        </p:nvSpPr>
        <p:spPr/>
        <p:txBody>
          <a:bodyPr/>
          <a:lstStyle/>
          <a:p>
            <a:fld id="{5A49BB06-B416-483B-8CE3-FB16711DAD99}" type="slidenum">
              <a:rPr lang="pt-BR" smtClean="0"/>
              <a:t>‹nº›</a:t>
            </a:fld>
            <a:endParaRPr lang="pt-BR"/>
          </a:p>
        </p:txBody>
      </p:sp>
    </p:spTree>
    <p:extLst>
      <p:ext uri="{BB962C8B-B14F-4D97-AF65-F5344CB8AC3E}">
        <p14:creationId xmlns:p14="http://schemas.microsoft.com/office/powerpoint/2010/main" val="40767956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DA84AB-A2DA-CA74-1740-FC4B7441BBF8}"/>
              </a:ext>
            </a:extLst>
          </p:cNvPr>
          <p:cNvSpPr>
            <a:spLocks noGrp="1"/>
          </p:cNvSpPr>
          <p:nvPr>
            <p:ph type="title"/>
          </p:nvPr>
        </p:nvSpPr>
        <p:spPr>
          <a:xfrm>
            <a:off x="623888" y="1282304"/>
            <a:ext cx="7886700" cy="2139553"/>
          </a:xfrm>
        </p:spPr>
        <p:txBody>
          <a:bodyPr anchor="b"/>
          <a:lstStyle>
            <a:lvl1pPr>
              <a:defRPr sz="4500"/>
            </a:lvl1pPr>
          </a:lstStyle>
          <a:p>
            <a:r>
              <a:rPr lang="pt-BR"/>
              <a:t>Clique para editar o título Mestre</a:t>
            </a:r>
          </a:p>
        </p:txBody>
      </p:sp>
      <p:sp>
        <p:nvSpPr>
          <p:cNvPr id="3" name="Espaço Reservado para Texto 2">
            <a:extLst>
              <a:ext uri="{FF2B5EF4-FFF2-40B4-BE49-F238E27FC236}">
                <a16:creationId xmlns:a16="http://schemas.microsoft.com/office/drawing/2014/main" id="{72153386-4B00-ABB9-7784-94DAE7ADD6E8}"/>
              </a:ext>
            </a:extLst>
          </p:cNvPr>
          <p:cNvSpPr>
            <a:spLocks noGrp="1"/>
          </p:cNvSpPr>
          <p:nvPr>
            <p:ph type="body" idx="1"/>
          </p:nvPr>
        </p:nvSpPr>
        <p:spPr>
          <a:xfrm>
            <a:off x="623888" y="3442098"/>
            <a:ext cx="7886700" cy="1125140"/>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pt-BR"/>
              <a:t>Clique para editar os estilos de texto Mestres</a:t>
            </a:r>
          </a:p>
        </p:txBody>
      </p:sp>
      <p:sp>
        <p:nvSpPr>
          <p:cNvPr id="4" name="Espaço Reservado para Data 3">
            <a:extLst>
              <a:ext uri="{FF2B5EF4-FFF2-40B4-BE49-F238E27FC236}">
                <a16:creationId xmlns:a16="http://schemas.microsoft.com/office/drawing/2014/main" id="{256809EC-AC6E-2288-C200-77E4A82F2C7A}"/>
              </a:ext>
            </a:extLst>
          </p:cNvPr>
          <p:cNvSpPr>
            <a:spLocks noGrp="1"/>
          </p:cNvSpPr>
          <p:nvPr>
            <p:ph type="dt" sz="half" idx="10"/>
          </p:nvPr>
        </p:nvSpPr>
        <p:spPr/>
        <p:txBody>
          <a:bodyPr/>
          <a:lstStyle/>
          <a:p>
            <a:fld id="{E4E12FB0-06EC-4CEA-847D-0B7424666510}" type="datetimeFigureOut">
              <a:rPr lang="pt-BR" smtClean="0"/>
              <a:t>25/07/2026</a:t>
            </a:fld>
            <a:endParaRPr lang="pt-BR"/>
          </a:p>
        </p:txBody>
      </p:sp>
      <p:sp>
        <p:nvSpPr>
          <p:cNvPr id="5" name="Espaço Reservado para Rodapé 4">
            <a:extLst>
              <a:ext uri="{FF2B5EF4-FFF2-40B4-BE49-F238E27FC236}">
                <a16:creationId xmlns:a16="http://schemas.microsoft.com/office/drawing/2014/main" id="{6E5EE139-DE7C-0C1F-1E83-D6A567261A46}"/>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E521966D-703C-3670-D000-01E0C10CEC19}"/>
              </a:ext>
            </a:extLst>
          </p:cNvPr>
          <p:cNvSpPr>
            <a:spLocks noGrp="1"/>
          </p:cNvSpPr>
          <p:nvPr>
            <p:ph type="sldNum" sz="quarter" idx="12"/>
          </p:nvPr>
        </p:nvSpPr>
        <p:spPr/>
        <p:txBody>
          <a:bodyPr/>
          <a:lstStyle/>
          <a:p>
            <a:fld id="{5A49BB06-B416-483B-8CE3-FB16711DAD99}" type="slidenum">
              <a:rPr lang="pt-BR" smtClean="0"/>
              <a:t>‹nº›</a:t>
            </a:fld>
            <a:endParaRPr lang="pt-BR"/>
          </a:p>
        </p:txBody>
      </p:sp>
    </p:spTree>
    <p:extLst>
      <p:ext uri="{BB962C8B-B14F-4D97-AF65-F5344CB8AC3E}">
        <p14:creationId xmlns:p14="http://schemas.microsoft.com/office/powerpoint/2010/main" val="15267022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C3E97A-9D4A-CF0A-1B5A-B952330A80D7}"/>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4EBC7702-6EC8-1269-FF08-F0A6AD0D68C8}"/>
              </a:ext>
            </a:extLst>
          </p:cNvPr>
          <p:cNvSpPr>
            <a:spLocks noGrp="1"/>
          </p:cNvSpPr>
          <p:nvPr>
            <p:ph sz="half" idx="1"/>
          </p:nvPr>
        </p:nvSpPr>
        <p:spPr>
          <a:xfrm>
            <a:off x="628650" y="1369219"/>
            <a:ext cx="3886200" cy="3263504"/>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525FC157-739F-B17A-09AE-7D3D2FDD9FBD}"/>
              </a:ext>
            </a:extLst>
          </p:cNvPr>
          <p:cNvSpPr>
            <a:spLocks noGrp="1"/>
          </p:cNvSpPr>
          <p:nvPr>
            <p:ph sz="half" idx="2"/>
          </p:nvPr>
        </p:nvSpPr>
        <p:spPr>
          <a:xfrm>
            <a:off x="4629150" y="1369219"/>
            <a:ext cx="3886200" cy="3263504"/>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0B884039-3E74-5BA3-8EAC-A12E3AAE6374}"/>
              </a:ext>
            </a:extLst>
          </p:cNvPr>
          <p:cNvSpPr>
            <a:spLocks noGrp="1"/>
          </p:cNvSpPr>
          <p:nvPr>
            <p:ph type="dt" sz="half" idx="10"/>
          </p:nvPr>
        </p:nvSpPr>
        <p:spPr/>
        <p:txBody>
          <a:bodyPr/>
          <a:lstStyle/>
          <a:p>
            <a:fld id="{E4E12FB0-06EC-4CEA-847D-0B7424666510}" type="datetimeFigureOut">
              <a:rPr lang="pt-BR" smtClean="0"/>
              <a:t>25/07/2026</a:t>
            </a:fld>
            <a:endParaRPr lang="pt-BR"/>
          </a:p>
        </p:txBody>
      </p:sp>
      <p:sp>
        <p:nvSpPr>
          <p:cNvPr id="6" name="Espaço Reservado para Rodapé 5">
            <a:extLst>
              <a:ext uri="{FF2B5EF4-FFF2-40B4-BE49-F238E27FC236}">
                <a16:creationId xmlns:a16="http://schemas.microsoft.com/office/drawing/2014/main" id="{A3A153C1-F60F-E4CB-D19F-F3982687E300}"/>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146AA40C-988E-1E3C-E0D6-DA8A436CB9AF}"/>
              </a:ext>
            </a:extLst>
          </p:cNvPr>
          <p:cNvSpPr>
            <a:spLocks noGrp="1"/>
          </p:cNvSpPr>
          <p:nvPr>
            <p:ph type="sldNum" sz="quarter" idx="12"/>
          </p:nvPr>
        </p:nvSpPr>
        <p:spPr/>
        <p:txBody>
          <a:bodyPr/>
          <a:lstStyle/>
          <a:p>
            <a:fld id="{5A49BB06-B416-483B-8CE3-FB16711DAD99}" type="slidenum">
              <a:rPr lang="pt-BR" smtClean="0"/>
              <a:t>‹nº›</a:t>
            </a:fld>
            <a:endParaRPr lang="pt-BR"/>
          </a:p>
        </p:txBody>
      </p:sp>
    </p:spTree>
    <p:extLst>
      <p:ext uri="{BB962C8B-B14F-4D97-AF65-F5344CB8AC3E}">
        <p14:creationId xmlns:p14="http://schemas.microsoft.com/office/powerpoint/2010/main" val="25972137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EA578D9-8981-A9F2-001F-8D642CCD09A5}"/>
              </a:ext>
            </a:extLst>
          </p:cNvPr>
          <p:cNvSpPr>
            <a:spLocks noGrp="1"/>
          </p:cNvSpPr>
          <p:nvPr>
            <p:ph type="title"/>
          </p:nvPr>
        </p:nvSpPr>
        <p:spPr>
          <a:xfrm>
            <a:off x="629841" y="273844"/>
            <a:ext cx="7886700" cy="994172"/>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FEA358F3-7CB5-E5A2-EE5C-EA6DF21DE759}"/>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pt-BR"/>
              <a:t>Clique para editar os estilos de texto Mestres</a:t>
            </a:r>
          </a:p>
        </p:txBody>
      </p:sp>
      <p:sp>
        <p:nvSpPr>
          <p:cNvPr id="4" name="Espaço Reservado para Conteúdo 3">
            <a:extLst>
              <a:ext uri="{FF2B5EF4-FFF2-40B4-BE49-F238E27FC236}">
                <a16:creationId xmlns:a16="http://schemas.microsoft.com/office/drawing/2014/main" id="{9B3F3354-2B71-B624-CC06-C74DDE365D0B}"/>
              </a:ext>
            </a:extLst>
          </p:cNvPr>
          <p:cNvSpPr>
            <a:spLocks noGrp="1"/>
          </p:cNvSpPr>
          <p:nvPr>
            <p:ph sz="half" idx="2"/>
          </p:nvPr>
        </p:nvSpPr>
        <p:spPr>
          <a:xfrm>
            <a:off x="629842" y="1878806"/>
            <a:ext cx="3868340" cy="2763441"/>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F2860CE3-B793-F87A-B131-C48A72EF8F69}"/>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pt-BR"/>
              <a:t>Clique para editar os estilos de texto Mestres</a:t>
            </a:r>
          </a:p>
        </p:txBody>
      </p:sp>
      <p:sp>
        <p:nvSpPr>
          <p:cNvPr id="6" name="Espaço Reservado para Conteúdo 5">
            <a:extLst>
              <a:ext uri="{FF2B5EF4-FFF2-40B4-BE49-F238E27FC236}">
                <a16:creationId xmlns:a16="http://schemas.microsoft.com/office/drawing/2014/main" id="{7F5A55A8-C315-8F31-8846-F01FD99EEE61}"/>
              </a:ext>
            </a:extLst>
          </p:cNvPr>
          <p:cNvSpPr>
            <a:spLocks noGrp="1"/>
          </p:cNvSpPr>
          <p:nvPr>
            <p:ph sz="quarter" idx="4"/>
          </p:nvPr>
        </p:nvSpPr>
        <p:spPr>
          <a:xfrm>
            <a:off x="4629150" y="1878806"/>
            <a:ext cx="3887391" cy="2763441"/>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E091C3D6-7566-CE93-F520-D6257F74F301}"/>
              </a:ext>
            </a:extLst>
          </p:cNvPr>
          <p:cNvSpPr>
            <a:spLocks noGrp="1"/>
          </p:cNvSpPr>
          <p:nvPr>
            <p:ph type="dt" sz="half" idx="10"/>
          </p:nvPr>
        </p:nvSpPr>
        <p:spPr/>
        <p:txBody>
          <a:bodyPr/>
          <a:lstStyle/>
          <a:p>
            <a:fld id="{E4E12FB0-06EC-4CEA-847D-0B7424666510}" type="datetimeFigureOut">
              <a:rPr lang="pt-BR" smtClean="0"/>
              <a:t>25/07/2026</a:t>
            </a:fld>
            <a:endParaRPr lang="pt-BR"/>
          </a:p>
        </p:txBody>
      </p:sp>
      <p:sp>
        <p:nvSpPr>
          <p:cNvPr id="8" name="Espaço Reservado para Rodapé 7">
            <a:extLst>
              <a:ext uri="{FF2B5EF4-FFF2-40B4-BE49-F238E27FC236}">
                <a16:creationId xmlns:a16="http://schemas.microsoft.com/office/drawing/2014/main" id="{9D0AEAF0-81B3-FA2F-7811-3B2D4FDADD3C}"/>
              </a:ext>
            </a:extLst>
          </p:cNvPr>
          <p:cNvSpPr>
            <a:spLocks noGrp="1"/>
          </p:cNvSpPr>
          <p:nvPr>
            <p:ph type="ftr" sz="quarter" idx="11"/>
          </p:nvPr>
        </p:nvSpPr>
        <p:spPr/>
        <p:txBody>
          <a:bodyPr/>
          <a:lstStyle/>
          <a:p>
            <a:endParaRPr lang="pt-BR"/>
          </a:p>
        </p:txBody>
      </p:sp>
      <p:sp>
        <p:nvSpPr>
          <p:cNvPr id="9" name="Espaço Reservado para Número de Slide 8">
            <a:extLst>
              <a:ext uri="{FF2B5EF4-FFF2-40B4-BE49-F238E27FC236}">
                <a16:creationId xmlns:a16="http://schemas.microsoft.com/office/drawing/2014/main" id="{B16F3AC5-997B-F96A-D5A8-EA16CA4E1D6A}"/>
              </a:ext>
            </a:extLst>
          </p:cNvPr>
          <p:cNvSpPr>
            <a:spLocks noGrp="1"/>
          </p:cNvSpPr>
          <p:nvPr>
            <p:ph type="sldNum" sz="quarter" idx="12"/>
          </p:nvPr>
        </p:nvSpPr>
        <p:spPr/>
        <p:txBody>
          <a:bodyPr/>
          <a:lstStyle/>
          <a:p>
            <a:fld id="{5A49BB06-B416-483B-8CE3-FB16711DAD99}" type="slidenum">
              <a:rPr lang="pt-BR" smtClean="0"/>
              <a:t>‹nº›</a:t>
            </a:fld>
            <a:endParaRPr lang="pt-BR"/>
          </a:p>
        </p:txBody>
      </p:sp>
    </p:spTree>
    <p:extLst>
      <p:ext uri="{BB962C8B-B14F-4D97-AF65-F5344CB8AC3E}">
        <p14:creationId xmlns:p14="http://schemas.microsoft.com/office/powerpoint/2010/main" val="29813658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C4B1B82-A57D-8BE7-7A90-DED8B9266E50}"/>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736DBA2B-516E-6543-39B5-1678466CA2D8}"/>
              </a:ext>
            </a:extLst>
          </p:cNvPr>
          <p:cNvSpPr>
            <a:spLocks noGrp="1"/>
          </p:cNvSpPr>
          <p:nvPr>
            <p:ph type="dt" sz="half" idx="10"/>
          </p:nvPr>
        </p:nvSpPr>
        <p:spPr/>
        <p:txBody>
          <a:bodyPr/>
          <a:lstStyle/>
          <a:p>
            <a:fld id="{E4E12FB0-06EC-4CEA-847D-0B7424666510}" type="datetimeFigureOut">
              <a:rPr lang="pt-BR" smtClean="0"/>
              <a:t>25/07/2026</a:t>
            </a:fld>
            <a:endParaRPr lang="pt-BR"/>
          </a:p>
        </p:txBody>
      </p:sp>
      <p:sp>
        <p:nvSpPr>
          <p:cNvPr id="4" name="Espaço Reservado para Rodapé 3">
            <a:extLst>
              <a:ext uri="{FF2B5EF4-FFF2-40B4-BE49-F238E27FC236}">
                <a16:creationId xmlns:a16="http://schemas.microsoft.com/office/drawing/2014/main" id="{EAAF4A85-FD3B-91FA-E6B4-C66E00734EE5}"/>
              </a:ext>
            </a:extLst>
          </p:cNvPr>
          <p:cNvSpPr>
            <a:spLocks noGrp="1"/>
          </p:cNvSpPr>
          <p:nvPr>
            <p:ph type="ftr" sz="quarter" idx="11"/>
          </p:nvPr>
        </p:nvSpPr>
        <p:spPr/>
        <p:txBody>
          <a:bodyPr/>
          <a:lstStyle/>
          <a:p>
            <a:endParaRPr lang="pt-BR"/>
          </a:p>
        </p:txBody>
      </p:sp>
      <p:sp>
        <p:nvSpPr>
          <p:cNvPr id="5" name="Espaço Reservado para Número de Slide 4">
            <a:extLst>
              <a:ext uri="{FF2B5EF4-FFF2-40B4-BE49-F238E27FC236}">
                <a16:creationId xmlns:a16="http://schemas.microsoft.com/office/drawing/2014/main" id="{5D27F655-EC6C-84D1-FE58-F3330E7CA81D}"/>
              </a:ext>
            </a:extLst>
          </p:cNvPr>
          <p:cNvSpPr>
            <a:spLocks noGrp="1"/>
          </p:cNvSpPr>
          <p:nvPr>
            <p:ph type="sldNum" sz="quarter" idx="12"/>
          </p:nvPr>
        </p:nvSpPr>
        <p:spPr/>
        <p:txBody>
          <a:bodyPr/>
          <a:lstStyle/>
          <a:p>
            <a:fld id="{5A49BB06-B416-483B-8CE3-FB16711DAD99}" type="slidenum">
              <a:rPr lang="pt-BR" smtClean="0"/>
              <a:t>‹nº›</a:t>
            </a:fld>
            <a:endParaRPr lang="pt-BR"/>
          </a:p>
        </p:txBody>
      </p:sp>
    </p:spTree>
    <p:extLst>
      <p:ext uri="{BB962C8B-B14F-4D97-AF65-F5344CB8AC3E}">
        <p14:creationId xmlns:p14="http://schemas.microsoft.com/office/powerpoint/2010/main" val="747427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99271894-B325-8918-0EC1-0C575A5C25B4}"/>
              </a:ext>
            </a:extLst>
          </p:cNvPr>
          <p:cNvSpPr>
            <a:spLocks noGrp="1"/>
          </p:cNvSpPr>
          <p:nvPr>
            <p:ph type="dt" sz="half" idx="10"/>
          </p:nvPr>
        </p:nvSpPr>
        <p:spPr/>
        <p:txBody>
          <a:bodyPr/>
          <a:lstStyle/>
          <a:p>
            <a:fld id="{E4E12FB0-06EC-4CEA-847D-0B7424666510}" type="datetimeFigureOut">
              <a:rPr lang="pt-BR" smtClean="0"/>
              <a:t>25/07/2026</a:t>
            </a:fld>
            <a:endParaRPr lang="pt-BR"/>
          </a:p>
        </p:txBody>
      </p:sp>
      <p:sp>
        <p:nvSpPr>
          <p:cNvPr id="3" name="Espaço Reservado para Rodapé 2">
            <a:extLst>
              <a:ext uri="{FF2B5EF4-FFF2-40B4-BE49-F238E27FC236}">
                <a16:creationId xmlns:a16="http://schemas.microsoft.com/office/drawing/2014/main" id="{7FF4FA40-2EA6-861A-4F77-4256AAC5A86B}"/>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AF6AFC5F-298D-FE2E-F391-D1BBA455AC8D}"/>
              </a:ext>
            </a:extLst>
          </p:cNvPr>
          <p:cNvSpPr>
            <a:spLocks noGrp="1"/>
          </p:cNvSpPr>
          <p:nvPr>
            <p:ph type="sldNum" sz="quarter" idx="12"/>
          </p:nvPr>
        </p:nvSpPr>
        <p:spPr/>
        <p:txBody>
          <a:bodyPr/>
          <a:lstStyle/>
          <a:p>
            <a:fld id="{5A49BB06-B416-483B-8CE3-FB16711DAD99}" type="slidenum">
              <a:rPr lang="pt-BR" smtClean="0"/>
              <a:t>‹nº›</a:t>
            </a:fld>
            <a:endParaRPr lang="pt-BR"/>
          </a:p>
        </p:txBody>
      </p:sp>
    </p:spTree>
    <p:extLst>
      <p:ext uri="{BB962C8B-B14F-4D97-AF65-F5344CB8AC3E}">
        <p14:creationId xmlns:p14="http://schemas.microsoft.com/office/powerpoint/2010/main" val="1055512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F6AD9BB-4B2C-3E19-6AD9-E9410B4C58DF}"/>
              </a:ext>
            </a:extLst>
          </p:cNvPr>
          <p:cNvSpPr>
            <a:spLocks noGrp="1"/>
          </p:cNvSpPr>
          <p:nvPr>
            <p:ph type="title"/>
          </p:nvPr>
        </p:nvSpPr>
        <p:spPr>
          <a:xfrm>
            <a:off x="629841" y="342900"/>
            <a:ext cx="2949178" cy="1200150"/>
          </a:xfrm>
        </p:spPr>
        <p:txBody>
          <a:bodyPr anchor="b"/>
          <a:lstStyle>
            <a:lvl1pPr>
              <a:defRPr sz="24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BBA4D0BB-02AB-A831-04C9-3D3321D20A90}"/>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F23D9C22-B681-BCE6-1C82-60B4E9D748C1}"/>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E9E0C456-8BD8-DDA2-48BF-B85F3151F9C9}"/>
              </a:ext>
            </a:extLst>
          </p:cNvPr>
          <p:cNvSpPr>
            <a:spLocks noGrp="1"/>
          </p:cNvSpPr>
          <p:nvPr>
            <p:ph type="dt" sz="half" idx="10"/>
          </p:nvPr>
        </p:nvSpPr>
        <p:spPr/>
        <p:txBody>
          <a:bodyPr/>
          <a:lstStyle/>
          <a:p>
            <a:fld id="{E4E12FB0-06EC-4CEA-847D-0B7424666510}" type="datetimeFigureOut">
              <a:rPr lang="pt-BR" smtClean="0"/>
              <a:t>25/07/2026</a:t>
            </a:fld>
            <a:endParaRPr lang="pt-BR"/>
          </a:p>
        </p:txBody>
      </p:sp>
      <p:sp>
        <p:nvSpPr>
          <p:cNvPr id="6" name="Espaço Reservado para Rodapé 5">
            <a:extLst>
              <a:ext uri="{FF2B5EF4-FFF2-40B4-BE49-F238E27FC236}">
                <a16:creationId xmlns:a16="http://schemas.microsoft.com/office/drawing/2014/main" id="{E3849134-76D5-A203-5876-C203208FC1EF}"/>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9B69B921-CC00-F7B1-1086-D070A92CC76D}"/>
              </a:ext>
            </a:extLst>
          </p:cNvPr>
          <p:cNvSpPr>
            <a:spLocks noGrp="1"/>
          </p:cNvSpPr>
          <p:nvPr>
            <p:ph type="sldNum" sz="quarter" idx="12"/>
          </p:nvPr>
        </p:nvSpPr>
        <p:spPr/>
        <p:txBody>
          <a:bodyPr/>
          <a:lstStyle/>
          <a:p>
            <a:fld id="{5A49BB06-B416-483B-8CE3-FB16711DAD99}" type="slidenum">
              <a:rPr lang="pt-BR" smtClean="0"/>
              <a:t>‹nº›</a:t>
            </a:fld>
            <a:endParaRPr lang="pt-BR"/>
          </a:p>
        </p:txBody>
      </p:sp>
    </p:spTree>
    <p:extLst>
      <p:ext uri="{BB962C8B-B14F-4D97-AF65-F5344CB8AC3E}">
        <p14:creationId xmlns:p14="http://schemas.microsoft.com/office/powerpoint/2010/main" val="26245704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C088A2-05E9-68FD-41E3-FA6F60E45B79}"/>
              </a:ext>
            </a:extLst>
          </p:cNvPr>
          <p:cNvSpPr>
            <a:spLocks noGrp="1"/>
          </p:cNvSpPr>
          <p:nvPr>
            <p:ph type="title"/>
          </p:nvPr>
        </p:nvSpPr>
        <p:spPr>
          <a:xfrm>
            <a:off x="629841" y="342900"/>
            <a:ext cx="2949178" cy="1200150"/>
          </a:xfrm>
        </p:spPr>
        <p:txBody>
          <a:bodyPr anchor="b"/>
          <a:lstStyle>
            <a:lvl1pPr>
              <a:defRPr sz="2400"/>
            </a:lvl1pPr>
          </a:lstStyle>
          <a:p>
            <a:r>
              <a:rPr lang="pt-BR"/>
              <a:t>Clique para editar o título Mestre</a:t>
            </a:r>
          </a:p>
        </p:txBody>
      </p:sp>
      <p:sp>
        <p:nvSpPr>
          <p:cNvPr id="3" name="Espaço Reservado para Imagem 2">
            <a:extLst>
              <a:ext uri="{FF2B5EF4-FFF2-40B4-BE49-F238E27FC236}">
                <a16:creationId xmlns:a16="http://schemas.microsoft.com/office/drawing/2014/main" id="{9DF499ED-C91A-A849-4A26-9E14FED39F24}"/>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pt-BR"/>
          </a:p>
        </p:txBody>
      </p:sp>
      <p:sp>
        <p:nvSpPr>
          <p:cNvPr id="4" name="Espaço Reservado para Texto 3">
            <a:extLst>
              <a:ext uri="{FF2B5EF4-FFF2-40B4-BE49-F238E27FC236}">
                <a16:creationId xmlns:a16="http://schemas.microsoft.com/office/drawing/2014/main" id="{C866984A-FB00-3999-8E0C-B5E0A6B84CBD}"/>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1F2CFEE6-37CA-5498-1697-670DEDFAF906}"/>
              </a:ext>
            </a:extLst>
          </p:cNvPr>
          <p:cNvSpPr>
            <a:spLocks noGrp="1"/>
          </p:cNvSpPr>
          <p:nvPr>
            <p:ph type="dt" sz="half" idx="10"/>
          </p:nvPr>
        </p:nvSpPr>
        <p:spPr/>
        <p:txBody>
          <a:bodyPr/>
          <a:lstStyle/>
          <a:p>
            <a:fld id="{E4E12FB0-06EC-4CEA-847D-0B7424666510}" type="datetimeFigureOut">
              <a:rPr lang="pt-BR" smtClean="0"/>
              <a:t>25/07/2026</a:t>
            </a:fld>
            <a:endParaRPr lang="pt-BR"/>
          </a:p>
        </p:txBody>
      </p:sp>
      <p:sp>
        <p:nvSpPr>
          <p:cNvPr id="6" name="Espaço Reservado para Rodapé 5">
            <a:extLst>
              <a:ext uri="{FF2B5EF4-FFF2-40B4-BE49-F238E27FC236}">
                <a16:creationId xmlns:a16="http://schemas.microsoft.com/office/drawing/2014/main" id="{9D3F35BE-8B18-3B5A-32C7-DCA065F26D76}"/>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DE3D7C86-7317-1AF6-E2D3-ABA195A953E8}"/>
              </a:ext>
            </a:extLst>
          </p:cNvPr>
          <p:cNvSpPr>
            <a:spLocks noGrp="1"/>
          </p:cNvSpPr>
          <p:nvPr>
            <p:ph type="sldNum" sz="quarter" idx="12"/>
          </p:nvPr>
        </p:nvSpPr>
        <p:spPr/>
        <p:txBody>
          <a:bodyPr/>
          <a:lstStyle/>
          <a:p>
            <a:fld id="{5A49BB06-B416-483B-8CE3-FB16711DAD99}" type="slidenum">
              <a:rPr lang="pt-BR" smtClean="0"/>
              <a:t>‹nº›</a:t>
            </a:fld>
            <a:endParaRPr lang="pt-BR"/>
          </a:p>
        </p:txBody>
      </p:sp>
    </p:spTree>
    <p:extLst>
      <p:ext uri="{BB962C8B-B14F-4D97-AF65-F5344CB8AC3E}">
        <p14:creationId xmlns:p14="http://schemas.microsoft.com/office/powerpoint/2010/main" val="28675933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E12EF16-23C1-0D42-FB86-BF9E8FC2D433}"/>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AC4B342E-B1F0-70A6-B58E-FBA2EBDD5459}"/>
              </a:ext>
            </a:extLst>
          </p:cNvPr>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FC6AC081-BF76-334C-5E25-85A5D7AFDD05}"/>
              </a:ext>
            </a:extLst>
          </p:cNvPr>
          <p:cNvSpPr>
            <a:spLocks noGrp="1"/>
          </p:cNvSpPr>
          <p:nvPr>
            <p:ph type="dt" sz="half" idx="10"/>
          </p:nvPr>
        </p:nvSpPr>
        <p:spPr/>
        <p:txBody>
          <a:bodyPr/>
          <a:lstStyle/>
          <a:p>
            <a:fld id="{E4E12FB0-06EC-4CEA-847D-0B7424666510}" type="datetimeFigureOut">
              <a:rPr lang="pt-BR" smtClean="0"/>
              <a:t>25/07/2026</a:t>
            </a:fld>
            <a:endParaRPr lang="pt-BR"/>
          </a:p>
        </p:txBody>
      </p:sp>
      <p:sp>
        <p:nvSpPr>
          <p:cNvPr id="5" name="Espaço Reservado para Rodapé 4">
            <a:extLst>
              <a:ext uri="{FF2B5EF4-FFF2-40B4-BE49-F238E27FC236}">
                <a16:creationId xmlns:a16="http://schemas.microsoft.com/office/drawing/2014/main" id="{91C1D33E-F507-D692-2525-3D9C226A667C}"/>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73D75EF3-1982-F696-5DEE-809DC9BA9BB0}"/>
              </a:ext>
            </a:extLst>
          </p:cNvPr>
          <p:cNvSpPr>
            <a:spLocks noGrp="1"/>
          </p:cNvSpPr>
          <p:nvPr>
            <p:ph type="sldNum" sz="quarter" idx="12"/>
          </p:nvPr>
        </p:nvSpPr>
        <p:spPr/>
        <p:txBody>
          <a:bodyPr/>
          <a:lstStyle/>
          <a:p>
            <a:fld id="{5A49BB06-B416-483B-8CE3-FB16711DAD99}" type="slidenum">
              <a:rPr lang="pt-BR" smtClean="0"/>
              <a:t>‹nº›</a:t>
            </a:fld>
            <a:endParaRPr lang="pt-BR"/>
          </a:p>
        </p:txBody>
      </p:sp>
    </p:spTree>
    <p:extLst>
      <p:ext uri="{BB962C8B-B14F-4D97-AF65-F5344CB8AC3E}">
        <p14:creationId xmlns:p14="http://schemas.microsoft.com/office/powerpoint/2010/main" val="22969780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DA7C232D-7A18-BEE3-CCB4-ED8E4D80E4EE}"/>
              </a:ext>
            </a:extLst>
          </p:cNvPr>
          <p:cNvSpPr>
            <a:spLocks noGrp="1"/>
          </p:cNvSpPr>
          <p:nvPr>
            <p:ph type="title" orient="vert"/>
          </p:nvPr>
        </p:nvSpPr>
        <p:spPr>
          <a:xfrm>
            <a:off x="6543675" y="273844"/>
            <a:ext cx="1971675" cy="4358879"/>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7AE991A2-178B-B736-2A27-E58CC16ADA2F}"/>
              </a:ext>
            </a:extLst>
          </p:cNvPr>
          <p:cNvSpPr>
            <a:spLocks noGrp="1"/>
          </p:cNvSpPr>
          <p:nvPr>
            <p:ph type="body" orient="vert" idx="1"/>
          </p:nvPr>
        </p:nvSpPr>
        <p:spPr>
          <a:xfrm>
            <a:off x="628650" y="273844"/>
            <a:ext cx="5800725" cy="4358879"/>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99CF6AB2-25D0-49A0-04A6-AE32769CB57E}"/>
              </a:ext>
            </a:extLst>
          </p:cNvPr>
          <p:cNvSpPr>
            <a:spLocks noGrp="1"/>
          </p:cNvSpPr>
          <p:nvPr>
            <p:ph type="dt" sz="half" idx="10"/>
          </p:nvPr>
        </p:nvSpPr>
        <p:spPr/>
        <p:txBody>
          <a:bodyPr/>
          <a:lstStyle/>
          <a:p>
            <a:fld id="{E4E12FB0-06EC-4CEA-847D-0B7424666510}" type="datetimeFigureOut">
              <a:rPr lang="pt-BR" smtClean="0"/>
              <a:t>25/07/2026</a:t>
            </a:fld>
            <a:endParaRPr lang="pt-BR"/>
          </a:p>
        </p:txBody>
      </p:sp>
      <p:sp>
        <p:nvSpPr>
          <p:cNvPr id="5" name="Espaço Reservado para Rodapé 4">
            <a:extLst>
              <a:ext uri="{FF2B5EF4-FFF2-40B4-BE49-F238E27FC236}">
                <a16:creationId xmlns:a16="http://schemas.microsoft.com/office/drawing/2014/main" id="{E50E3413-24B3-1E88-5373-CF19F6F77A17}"/>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571C885C-DBDF-F432-52C8-D9F238246EF5}"/>
              </a:ext>
            </a:extLst>
          </p:cNvPr>
          <p:cNvSpPr>
            <a:spLocks noGrp="1"/>
          </p:cNvSpPr>
          <p:nvPr>
            <p:ph type="sldNum" sz="quarter" idx="12"/>
          </p:nvPr>
        </p:nvSpPr>
        <p:spPr/>
        <p:txBody>
          <a:bodyPr/>
          <a:lstStyle/>
          <a:p>
            <a:fld id="{5A49BB06-B416-483B-8CE3-FB16711DAD99}" type="slidenum">
              <a:rPr lang="pt-BR" smtClean="0"/>
              <a:t>‹nº›</a:t>
            </a:fld>
            <a:endParaRPr lang="pt-BR"/>
          </a:p>
        </p:txBody>
      </p:sp>
    </p:spTree>
    <p:extLst>
      <p:ext uri="{BB962C8B-B14F-4D97-AF65-F5344CB8AC3E}">
        <p14:creationId xmlns:p14="http://schemas.microsoft.com/office/powerpoint/2010/main" val="20587178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D220A46A-9859-4594-DEEC-9B1AC6C5FE41}"/>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B16D39BF-214C-BC4E-9C64-525FF4859F49}"/>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F6C081A1-7DCE-0003-B31C-3203D88EC6AD}"/>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82000"/>
                  </a:schemeClr>
                </a:solidFill>
              </a:defRPr>
            </a:lvl1pPr>
          </a:lstStyle>
          <a:p>
            <a:fld id="{E4E12FB0-06EC-4CEA-847D-0B7424666510}" type="datetimeFigureOut">
              <a:rPr lang="pt-BR" smtClean="0"/>
              <a:t>25/07/2026</a:t>
            </a:fld>
            <a:endParaRPr lang="pt-BR"/>
          </a:p>
        </p:txBody>
      </p:sp>
      <p:sp>
        <p:nvSpPr>
          <p:cNvPr id="5" name="Espaço Reservado para Rodapé 4">
            <a:extLst>
              <a:ext uri="{FF2B5EF4-FFF2-40B4-BE49-F238E27FC236}">
                <a16:creationId xmlns:a16="http://schemas.microsoft.com/office/drawing/2014/main" id="{B4588C20-E9BE-D876-731E-B02E37B37683}"/>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pt-BR"/>
          </a:p>
        </p:txBody>
      </p:sp>
      <p:sp>
        <p:nvSpPr>
          <p:cNvPr id="6" name="Espaço Reservado para Número de Slide 5">
            <a:extLst>
              <a:ext uri="{FF2B5EF4-FFF2-40B4-BE49-F238E27FC236}">
                <a16:creationId xmlns:a16="http://schemas.microsoft.com/office/drawing/2014/main" id="{F79FDCCE-42A4-D9A5-A91B-8CF9A7764553}"/>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82000"/>
                  </a:schemeClr>
                </a:solidFill>
              </a:defRPr>
            </a:lvl1pPr>
          </a:lstStyle>
          <a:p>
            <a:fld id="{5A49BB06-B416-483B-8CE3-FB16711DAD99}" type="slidenum">
              <a:rPr lang="pt-BR" smtClean="0"/>
              <a:t>‹nº›</a:t>
            </a:fld>
            <a:endParaRPr lang="pt-BR"/>
          </a:p>
        </p:txBody>
      </p:sp>
    </p:spTree>
    <p:extLst>
      <p:ext uri="{BB962C8B-B14F-4D97-AF65-F5344CB8AC3E}">
        <p14:creationId xmlns:p14="http://schemas.microsoft.com/office/powerpoint/2010/main" val="37065059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pt-B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4DA394E8-1EED-1A03-BFE3-E2C85CB249AA}"/>
              </a:ext>
            </a:extLst>
          </p:cNvPr>
          <p:cNvSpPr txBox="1"/>
          <p:nvPr/>
        </p:nvSpPr>
        <p:spPr>
          <a:xfrm>
            <a:off x="381000" y="381000"/>
            <a:ext cx="7874000" cy="1131079"/>
          </a:xfrm>
          <a:prstGeom prst="rect">
            <a:avLst/>
          </a:prstGeom>
          <a:noFill/>
          <a:ln>
            <a:solidFill>
              <a:srgbClr val="B4B4B4"/>
            </a:solidFill>
          </a:ln>
        </p:spPr>
        <p:txBody>
          <a:bodyPr vert="horz" numCol="2" spcCol="254000" rtlCol="0">
            <a:spAutoFit/>
          </a:bodyPr>
          <a:lstStyle/>
          <a:p>
            <a:r>
              <a:rPr lang="pt-B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sp>
        <p:nvSpPr>
          <p:cNvPr id="3" name="CaixaDeTexto 2">
            <a:extLst>
              <a:ext uri="{FF2B5EF4-FFF2-40B4-BE49-F238E27FC236}">
                <a16:creationId xmlns:a16="http://schemas.microsoft.com/office/drawing/2014/main" id="{ACC56D70-CCB0-2950-F1CF-9853374250FF}"/>
              </a:ext>
            </a:extLst>
          </p:cNvPr>
          <p:cNvSpPr txBox="1"/>
          <p:nvPr/>
        </p:nvSpPr>
        <p:spPr>
          <a:xfrm>
            <a:off x="8636000" y="381000"/>
            <a:ext cx="3302000" cy="507831"/>
          </a:xfrm>
          <a:prstGeom prst="rect">
            <a:avLst/>
          </a:prstGeom>
          <a:noFill/>
        </p:spPr>
        <p:txBody>
          <a:bodyPr vert="horz" rtlCol="0">
            <a:spAutoFit/>
          </a:bodyPr>
          <a:lstStyle/>
          <a:p>
            <a:r>
              <a:rPr lang="pt-BR" spc="400"/>
              <a:t>Espacado 4pt</a:t>
            </a:r>
          </a:p>
          <a:p>
            <a:r>
              <a:rPr lang="pt-BR"/>
              <a:t>Normal</a:t>
            </a:r>
          </a:p>
        </p:txBody>
      </p:sp>
      <p:sp>
        <p:nvSpPr>
          <p:cNvPr id="4" name="Retângulo 3">
            <a:extLst>
              <a:ext uri="{FF2B5EF4-FFF2-40B4-BE49-F238E27FC236}">
                <a16:creationId xmlns:a16="http://schemas.microsoft.com/office/drawing/2014/main" id="{B597AEC2-0862-2673-C421-6548DFF46644}"/>
              </a:ext>
            </a:extLst>
          </p:cNvPr>
          <p:cNvSpPr/>
          <p:nvPr/>
        </p:nvSpPr>
        <p:spPr>
          <a:xfrm>
            <a:off x="8636000" y="2540000"/>
            <a:ext cx="1270000" cy="2794000"/>
          </a:xfrm>
          <a:prstGeom prst="rect">
            <a:avLst/>
          </a:prstGeom>
          <a:solidFill>
            <a:srgbClr val="E6F0FF"/>
          </a:solidFill>
        </p:spPr>
        <p:style>
          <a:lnRef idx="2">
            <a:schemeClr val="accent1">
              <a:shade val="15000"/>
            </a:schemeClr>
          </a:lnRef>
          <a:fillRef idx="1">
            <a:schemeClr val="accent1"/>
          </a:fillRef>
          <a:effectRef idx="0">
            <a:schemeClr val="accent1"/>
          </a:effectRef>
          <a:fontRef idx="minor">
            <a:schemeClr val="lt1"/>
          </a:fontRef>
        </p:style>
        <p:txBody>
          <a:bodyPr vert="mongolianVert" rtlCol="0" anchor="ctr"/>
          <a:lstStyle/>
          <a:p>
            <a:pPr algn="ctr"/>
            <a:r>
              <a:rPr lang="pt-BR">
                <a:solidFill>
                  <a:srgbClr val="141414"/>
                </a:solidFill>
              </a:rPr>
              <a:t>Vertical TF2</a:t>
            </a:r>
          </a:p>
        </p:txBody>
      </p:sp>
    </p:spTree>
    <p:extLst>
      <p:ext uri="{BB962C8B-B14F-4D97-AF65-F5344CB8AC3E}">
        <p14:creationId xmlns:p14="http://schemas.microsoft.com/office/powerpoint/2010/main" val="7171455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a 1">
            <a:extLst>
              <a:ext uri="{FF2B5EF4-FFF2-40B4-BE49-F238E27FC236}">
                <a16:creationId xmlns:a16="http://schemas.microsoft.com/office/drawing/2014/main" id="{D19847D7-4C68-CBEC-0271-1E19D4872074}"/>
              </a:ext>
            </a:extLst>
          </p:cNvPr>
          <p:cNvGraphicFramePr/>
          <p:nvPr>
            <p:extLst>
              <p:ext uri="{D42A27DB-BD31-4B8C-83A1-F6EECF244321}">
                <p14:modId xmlns:p14="http://schemas.microsoft.com/office/powerpoint/2010/main" val="1689742268"/>
              </p:ext>
            </p:extLst>
          </p:nvPr>
        </p:nvGraphicFramePr>
        <p:xfrm>
          <a:off x="762000" y="762000"/>
          <a:ext cx="10668000" cy="5080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513749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Cantos Arredondados 1">
            <a:extLst>
              <a:ext uri="{FF2B5EF4-FFF2-40B4-BE49-F238E27FC236}">
                <a16:creationId xmlns:a16="http://schemas.microsoft.com/office/drawing/2014/main" id="{B7605693-6CD7-CC48-EC95-0D0E35F666E3}"/>
              </a:ext>
            </a:extLst>
          </p:cNvPr>
          <p:cNvSpPr/>
          <p:nvPr/>
        </p:nvSpPr>
        <p:spPr>
          <a:xfrm>
            <a:off x="508000" y="508000"/>
            <a:ext cx="3810000" cy="2540000"/>
          </a:xfrm>
          <a:prstGeom prst="roundRect">
            <a:avLst/>
          </a:prstGeom>
          <a:blipFill dpi="0" rotWithShape="1">
            <a:blip r:embed="rId2"/>
            <a:srcRect/>
            <a:tile tx="0" ty="0" sx="100000" sy="100000" flip="xy" algn="tl"/>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nvGrpSpPr>
          <p:cNvPr id="5" name="Agrupar 4">
            <a:extLst>
              <a:ext uri="{FF2B5EF4-FFF2-40B4-BE49-F238E27FC236}">
                <a16:creationId xmlns:a16="http://schemas.microsoft.com/office/drawing/2014/main" id="{96CD05B9-4EB3-6623-97BB-3D66B49EEA6D}"/>
              </a:ext>
            </a:extLst>
          </p:cNvPr>
          <p:cNvGrpSpPr/>
          <p:nvPr/>
        </p:nvGrpSpPr>
        <p:grpSpPr>
          <a:xfrm>
            <a:off x="5334000" y="2540000"/>
            <a:ext cx="4470400" cy="1371600"/>
            <a:chOff x="5334000" y="762000"/>
            <a:chExt cx="2794000" cy="762000"/>
          </a:xfrm>
        </p:grpSpPr>
        <p:sp>
          <p:nvSpPr>
            <p:cNvPr id="3" name="Retângulo 2">
              <a:extLst>
                <a:ext uri="{FF2B5EF4-FFF2-40B4-BE49-F238E27FC236}">
                  <a16:creationId xmlns:a16="http://schemas.microsoft.com/office/drawing/2014/main" id="{A33B951C-B44F-7676-BC89-15441EF09BD2}"/>
                </a:ext>
              </a:extLst>
            </p:cNvPr>
            <p:cNvSpPr/>
            <p:nvPr/>
          </p:nvSpPr>
          <p:spPr>
            <a:xfrm>
              <a:off x="5334000" y="762000"/>
              <a:ext cx="1270000" cy="762000"/>
            </a:xfrm>
            <a:prstGeom prst="rect">
              <a:avLst/>
            </a:prstGeom>
            <a:solidFill>
              <a:srgbClr val="4472C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 name="Elipse 3">
              <a:extLst>
                <a:ext uri="{FF2B5EF4-FFF2-40B4-BE49-F238E27FC236}">
                  <a16:creationId xmlns:a16="http://schemas.microsoft.com/office/drawing/2014/main" id="{16BF283D-D61D-1807-D15F-84C1474081F4}"/>
                </a:ext>
              </a:extLst>
            </p:cNvPr>
            <p:cNvSpPr/>
            <p:nvPr/>
          </p:nvSpPr>
          <p:spPr>
            <a:xfrm>
              <a:off x="6858000" y="762000"/>
              <a:ext cx="1270000" cy="762000"/>
            </a:xfrm>
            <a:prstGeom prst="ellipse">
              <a:avLst/>
            </a:prstGeom>
            <a:solidFill>
              <a:srgbClr val="DC5A2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Tree>
    <p:extLst>
      <p:ext uri="{BB962C8B-B14F-4D97-AF65-F5344CB8AC3E}">
        <p14:creationId xmlns:p14="http://schemas.microsoft.com/office/powerpoint/2010/main" val="20622063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otão de Ação: Voltar ou Anterior 1">
            <a:extLst>
              <a:ext uri="{FF2B5EF4-FFF2-40B4-BE49-F238E27FC236}">
                <a16:creationId xmlns:a16="http://schemas.microsoft.com/office/drawing/2014/main" id="{7C847A09-713C-6FF8-5F72-BA7F59716289}"/>
              </a:ext>
            </a:extLst>
          </p:cNvPr>
          <p:cNvSpPr/>
          <p:nvPr/>
        </p:nvSpPr>
        <p:spPr>
          <a:xfrm>
            <a:off x="381000" y="381000"/>
            <a:ext cx="889000" cy="698500"/>
          </a:xfrm>
          <a:prstGeom prst="actionButtonBackPrevio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 name="Botão de Ação: Avançar ou Próximo 2">
            <a:extLst>
              <a:ext uri="{FF2B5EF4-FFF2-40B4-BE49-F238E27FC236}">
                <a16:creationId xmlns:a16="http://schemas.microsoft.com/office/drawing/2014/main" id="{5CB764A0-CC86-C645-2553-6EB631BFDABC}"/>
              </a:ext>
            </a:extLst>
          </p:cNvPr>
          <p:cNvSpPr/>
          <p:nvPr/>
        </p:nvSpPr>
        <p:spPr>
          <a:xfrm>
            <a:off x="1524000" y="381000"/>
            <a:ext cx="889000" cy="698500"/>
          </a:xfrm>
          <a:prstGeom prst="actionButtonForwardNex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 name="Botão de Ação: Ir para o Início 3">
            <a:extLst>
              <a:ext uri="{FF2B5EF4-FFF2-40B4-BE49-F238E27FC236}">
                <a16:creationId xmlns:a16="http://schemas.microsoft.com/office/drawing/2014/main" id="{BDD74A23-08A4-36E4-2A5A-E8D98FDDD39D}"/>
              </a:ext>
            </a:extLst>
          </p:cNvPr>
          <p:cNvSpPr/>
          <p:nvPr/>
        </p:nvSpPr>
        <p:spPr>
          <a:xfrm>
            <a:off x="2667000" y="381000"/>
            <a:ext cx="889000" cy="698500"/>
          </a:xfrm>
          <a:prstGeom prst="actionButtonBeginning">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Botão de Ação: Ir para o Fim 4">
            <a:extLst>
              <a:ext uri="{FF2B5EF4-FFF2-40B4-BE49-F238E27FC236}">
                <a16:creationId xmlns:a16="http://schemas.microsoft.com/office/drawing/2014/main" id="{FAD76966-747D-53EC-FAC8-CBFCD711CD12}"/>
              </a:ext>
            </a:extLst>
          </p:cNvPr>
          <p:cNvSpPr/>
          <p:nvPr/>
        </p:nvSpPr>
        <p:spPr>
          <a:xfrm>
            <a:off x="3810000" y="381000"/>
            <a:ext cx="889000" cy="698500"/>
          </a:xfrm>
          <a:prstGeom prst="actionButtonEn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Botão de ação: Retornar 5">
            <a:extLst>
              <a:ext uri="{FF2B5EF4-FFF2-40B4-BE49-F238E27FC236}">
                <a16:creationId xmlns:a16="http://schemas.microsoft.com/office/drawing/2014/main" id="{E5C80465-AAB6-9408-BEEC-B716B1C227FD}"/>
              </a:ext>
            </a:extLst>
          </p:cNvPr>
          <p:cNvSpPr/>
          <p:nvPr/>
        </p:nvSpPr>
        <p:spPr>
          <a:xfrm>
            <a:off x="4953000" y="381000"/>
            <a:ext cx="889000" cy="698500"/>
          </a:xfrm>
          <a:prstGeom prst="actionButtonRetur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Botão de ação: Documento 6">
            <a:extLst>
              <a:ext uri="{FF2B5EF4-FFF2-40B4-BE49-F238E27FC236}">
                <a16:creationId xmlns:a16="http://schemas.microsoft.com/office/drawing/2014/main" id="{5B4053CC-D1F3-7E75-FF5F-20B8390C77BA}"/>
              </a:ext>
            </a:extLst>
          </p:cNvPr>
          <p:cNvSpPr/>
          <p:nvPr/>
        </p:nvSpPr>
        <p:spPr>
          <a:xfrm>
            <a:off x="6096000" y="381000"/>
            <a:ext cx="889000" cy="698500"/>
          </a:xfrm>
          <a:prstGeom prst="actionButtonDocumen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aphicFrame>
        <p:nvGraphicFramePr>
          <p:cNvPr id="8" name="Tabela 7">
            <a:extLst>
              <a:ext uri="{FF2B5EF4-FFF2-40B4-BE49-F238E27FC236}">
                <a16:creationId xmlns:a16="http://schemas.microsoft.com/office/drawing/2014/main" id="{9569EFCD-31DA-70CB-A240-8DC656E79C1A}"/>
              </a:ext>
            </a:extLst>
          </p:cNvPr>
          <p:cNvGraphicFramePr>
            <a:graphicFrameLocks noGrp="1"/>
          </p:cNvGraphicFramePr>
          <p:nvPr>
            <p:extLst>
              <p:ext uri="{D42A27DB-BD31-4B8C-83A1-F6EECF244321}">
                <p14:modId xmlns:p14="http://schemas.microsoft.com/office/powerpoint/2010/main" val="2818448333"/>
              </p:ext>
            </p:extLst>
          </p:nvPr>
        </p:nvGraphicFramePr>
        <p:xfrm>
          <a:off x="508000" y="1778000"/>
          <a:ext cx="6350000" cy="2540000"/>
        </p:xfrm>
        <a:graphic>
          <a:graphicData uri="http://schemas.openxmlformats.org/drawingml/2006/table">
            <a:tbl>
              <a:tblPr firstRow="1" bandRow="1">
                <a:tableStyleId>{5C22544A-7EE6-4342-B048-85BDC9FD1C3A}</a:tableStyleId>
              </a:tblPr>
              <a:tblGrid>
                <a:gridCol w="2116667">
                  <a:extLst>
                    <a:ext uri="{9D8B030D-6E8A-4147-A177-3AD203B41FA5}">
                      <a16:colId xmlns:a16="http://schemas.microsoft.com/office/drawing/2014/main" val="3077808600"/>
                    </a:ext>
                  </a:extLst>
                </a:gridCol>
                <a:gridCol w="2116667">
                  <a:extLst>
                    <a:ext uri="{9D8B030D-6E8A-4147-A177-3AD203B41FA5}">
                      <a16:colId xmlns:a16="http://schemas.microsoft.com/office/drawing/2014/main" val="1862516529"/>
                    </a:ext>
                  </a:extLst>
                </a:gridCol>
                <a:gridCol w="2116667">
                  <a:extLst>
                    <a:ext uri="{9D8B030D-6E8A-4147-A177-3AD203B41FA5}">
                      <a16:colId xmlns:a16="http://schemas.microsoft.com/office/drawing/2014/main" val="2857906112"/>
                    </a:ext>
                  </a:extLst>
                </a:gridCol>
              </a:tblGrid>
              <a:tr h="846667">
                <a:tc>
                  <a:txBody>
                    <a:bodyPr/>
                    <a:lstStyle/>
                    <a:p>
                      <a:r>
                        <a:rPr lang="pt-BR"/>
                        <a:t>C11</a:t>
                      </a:r>
                    </a:p>
                  </a:txBody>
                  <a:tcPr>
                    <a:lnB w="38100" cmpd="sng">
                      <a:solidFill>
                        <a:srgbClr val="C81E1E"/>
                      </a:solidFill>
                    </a:lnB>
                    <a:solidFill>
                      <a:srgbClr val="DCF5EB"/>
                    </a:solidFill>
                  </a:tcPr>
                </a:tc>
                <a:tc>
                  <a:txBody>
                    <a:bodyPr/>
                    <a:lstStyle/>
                    <a:p>
                      <a:r>
                        <a:rPr lang="pt-BR"/>
                        <a:t>C12</a:t>
                      </a:r>
                    </a:p>
                  </a:txBody>
                  <a:tcPr>
                    <a:solidFill>
                      <a:srgbClr val="DCF5F0"/>
                    </a:solidFill>
                  </a:tcPr>
                </a:tc>
                <a:tc>
                  <a:txBody>
                    <a:bodyPr/>
                    <a:lstStyle/>
                    <a:p>
                      <a:r>
                        <a:rPr lang="pt-BR"/>
                        <a:t>C13</a:t>
                      </a:r>
                    </a:p>
                  </a:txBody>
                  <a:tcPr>
                    <a:solidFill>
                      <a:srgbClr val="DCF5F5"/>
                    </a:solidFill>
                  </a:tcPr>
                </a:tc>
                <a:extLst>
                  <a:ext uri="{0D108BD9-81ED-4DB2-BD59-A6C34878D82A}">
                    <a16:rowId xmlns:a16="http://schemas.microsoft.com/office/drawing/2014/main" val="3220305865"/>
                  </a:ext>
                </a:extLst>
              </a:tr>
              <a:tr h="846667">
                <a:tc>
                  <a:txBody>
                    <a:bodyPr/>
                    <a:lstStyle/>
                    <a:p>
                      <a:r>
                        <a:rPr lang="pt-BR"/>
                        <a:t>C21</a:t>
                      </a:r>
                    </a:p>
                  </a:txBody>
                  <a:tcPr>
                    <a:lnT w="38100" cmpd="sng">
                      <a:solidFill>
                        <a:srgbClr val="C81E1E"/>
                      </a:solidFill>
                    </a:lnT>
                    <a:solidFill>
                      <a:srgbClr val="C8F5EB"/>
                    </a:solidFill>
                  </a:tcPr>
                </a:tc>
                <a:tc>
                  <a:txBody>
                    <a:bodyPr/>
                    <a:lstStyle/>
                    <a:p>
                      <a:r>
                        <a:rPr lang="pt-BR"/>
                        <a:t>C22</a:t>
                      </a:r>
                    </a:p>
                  </a:txBody>
                  <a:tcPr>
                    <a:lnB w="38100" cmpd="sng">
                      <a:solidFill>
                        <a:srgbClr val="C81E1E"/>
                      </a:solidFill>
                    </a:lnB>
                    <a:solidFill>
                      <a:srgbClr val="C8F5F0"/>
                    </a:solidFill>
                  </a:tcPr>
                </a:tc>
                <a:tc>
                  <a:txBody>
                    <a:bodyPr/>
                    <a:lstStyle/>
                    <a:p>
                      <a:r>
                        <a:rPr lang="pt-BR"/>
                        <a:t>C23</a:t>
                      </a:r>
                    </a:p>
                  </a:txBody>
                  <a:tcPr>
                    <a:solidFill>
                      <a:srgbClr val="C8F5F5"/>
                    </a:solidFill>
                  </a:tcPr>
                </a:tc>
                <a:extLst>
                  <a:ext uri="{0D108BD9-81ED-4DB2-BD59-A6C34878D82A}">
                    <a16:rowId xmlns:a16="http://schemas.microsoft.com/office/drawing/2014/main" val="4046566827"/>
                  </a:ext>
                </a:extLst>
              </a:tr>
              <a:tr h="846667">
                <a:tc>
                  <a:txBody>
                    <a:bodyPr/>
                    <a:lstStyle/>
                    <a:p>
                      <a:r>
                        <a:rPr lang="pt-BR"/>
                        <a:t>C31</a:t>
                      </a:r>
                    </a:p>
                  </a:txBody>
                  <a:tcPr>
                    <a:solidFill>
                      <a:srgbClr val="B4F5EB"/>
                    </a:solidFill>
                  </a:tcPr>
                </a:tc>
                <a:tc>
                  <a:txBody>
                    <a:bodyPr/>
                    <a:lstStyle/>
                    <a:p>
                      <a:r>
                        <a:rPr lang="pt-BR"/>
                        <a:t>C32</a:t>
                      </a:r>
                    </a:p>
                  </a:txBody>
                  <a:tcPr>
                    <a:lnT w="38100" cmpd="sng">
                      <a:solidFill>
                        <a:srgbClr val="C81E1E"/>
                      </a:solidFill>
                    </a:lnT>
                    <a:solidFill>
                      <a:srgbClr val="B4F5F0"/>
                    </a:solidFill>
                  </a:tcPr>
                </a:tc>
                <a:tc>
                  <a:txBody>
                    <a:bodyPr/>
                    <a:lstStyle/>
                    <a:p>
                      <a:r>
                        <a:rPr lang="pt-BR"/>
                        <a:t>C33</a:t>
                      </a:r>
                    </a:p>
                  </a:txBody>
                  <a:tcPr>
                    <a:lnB w="38100" cmpd="sng">
                      <a:solidFill>
                        <a:srgbClr val="C81E1E"/>
                      </a:solidFill>
                    </a:lnB>
                    <a:solidFill>
                      <a:srgbClr val="B4F5F5"/>
                    </a:solidFill>
                  </a:tcPr>
                </a:tc>
                <a:extLst>
                  <a:ext uri="{0D108BD9-81ED-4DB2-BD59-A6C34878D82A}">
                    <a16:rowId xmlns:a16="http://schemas.microsoft.com/office/drawing/2014/main" val="1194676345"/>
                  </a:ext>
                </a:extLst>
              </a:tr>
            </a:tbl>
          </a:graphicData>
        </a:graphic>
      </p:graphicFrame>
    </p:spTree>
    <p:extLst>
      <p:ext uri="{BB962C8B-B14F-4D97-AF65-F5344CB8AC3E}">
        <p14:creationId xmlns:p14="http://schemas.microsoft.com/office/powerpoint/2010/main" val="1413479774"/>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91</Words>
  <Application>Microsoft Office PowerPoint</Application>
  <PresentationFormat>Apresentação na tela (16:9)</PresentationFormat>
  <Paragraphs>13</Paragraphs>
  <Slides>4</Slides>
  <Notes>0</Notes>
  <HiddenSlides>0</HiddenSlides>
  <MMClips>0</MMClips>
  <ScaleCrop>false</ScaleCrop>
  <HeadingPairs>
    <vt:vector size="6" baseType="variant">
      <vt:variant>
        <vt:lpstr>Fontes usadas</vt:lpstr>
      </vt:variant>
      <vt:variant>
        <vt:i4>3</vt:i4>
      </vt:variant>
      <vt:variant>
        <vt:lpstr>Tema</vt:lpstr>
      </vt:variant>
      <vt:variant>
        <vt:i4>1</vt:i4>
      </vt:variant>
      <vt:variant>
        <vt:lpstr>Títulos de slides</vt:lpstr>
      </vt:variant>
      <vt:variant>
        <vt:i4>4</vt:i4>
      </vt:variant>
    </vt:vector>
  </HeadingPairs>
  <TitlesOfParts>
    <vt:vector size="8" baseType="lpstr">
      <vt:lpstr>Aptos</vt:lpstr>
      <vt:lpstr>Aptos Display</vt:lpstr>
      <vt:lpstr>Arial</vt:lpstr>
      <vt:lpstr>Tema do Office</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Eric Kono</dc:creator>
  <cp:lastModifiedBy>Eric Kono</cp:lastModifiedBy>
  <cp:revision>1</cp:revision>
  <dcterms:created xsi:type="dcterms:W3CDTF">2026-07-25T11:37:47Z</dcterms:created>
  <dcterms:modified xsi:type="dcterms:W3CDTF">2026-07-25T11:37:47Z</dcterms:modified>
</cp:coreProperties>
</file>