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pt-BR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5" d="100"/>
          <a:sy n="135" d="100"/>
        </p:scale>
        <p:origin x="88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7E4BF2-BDD8-C355-6B80-AEDD32AD7C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7BDF89A-3618-8440-631B-656ACD8A1B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5F05D58-229B-4A0B-59D1-59C2FD819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48AF0-EAF9-4A98-B4AD-6D7368683B4D}" type="datetimeFigureOut">
              <a:rPr lang="pt-BR" smtClean="0"/>
              <a:t>25/07/2026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01D5390-4987-9159-03ED-F76B5DCF5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BD3FEC7-CDB2-FECC-D213-FA2EE6B1B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81A4D-BDEA-40A8-875C-0AC31A9269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5951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4F3DA9-1997-4413-FB9D-B72576E10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8A0CC9C-9806-6D4D-8A40-EE3838BC43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D95DFB5-08D0-F002-A719-3BE5DFACF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48AF0-EAF9-4A98-B4AD-6D7368683B4D}" type="datetimeFigureOut">
              <a:rPr lang="pt-BR" smtClean="0"/>
              <a:t>25/07/2026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BA5D47F-F8CD-9E2D-539C-FE53D9CF0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9C60A72-3E0B-37D7-CF82-44F5AD1F8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81A4D-BDEA-40A8-875C-0AC31A9269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1026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8237C9-74BB-8278-6D2F-1C109CD77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2460A6D-C6CD-FDF3-0253-4E3E085154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A862B46-69DB-E1F9-44E0-A227E5521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48AF0-EAF9-4A98-B4AD-6D7368683B4D}" type="datetimeFigureOut">
              <a:rPr lang="pt-BR" smtClean="0"/>
              <a:t>25/07/2026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00095E-505F-1E7A-15A2-EEA67D872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A4BF152-1782-BF5B-6541-DB0E08320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81A4D-BDEA-40A8-875C-0AC31A9269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124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1A701F-7CB4-7309-031D-6FC154732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A73235D-6AF9-65F9-165D-75FBB690E7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2CFF743-75B8-D06A-A813-44A11C8348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50CECF5-B379-F3DF-7AA6-A250F6823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48AF0-EAF9-4A98-B4AD-6D7368683B4D}" type="datetimeFigureOut">
              <a:rPr lang="pt-BR" smtClean="0"/>
              <a:t>25/07/2026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1CB90B6-18DB-CF4F-58BA-F325F9813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5D44458-FAFE-3F20-7B18-E0CE4BDBE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81A4D-BDEA-40A8-875C-0AC31A9269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0463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7D5516-8749-3CEE-B99F-BE25168CF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A9DC2D7-5F2F-3E9C-184A-CECFEFCEE7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FFC3F12-1D65-9CC1-58D5-0EF5E7854A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6D2B26C-4690-C15C-36E6-EC51E57C44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D7731AA-8353-CA5C-A5F2-12EAED86BB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67C12ED-1AD8-BC60-4F39-97211E966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48AF0-EAF9-4A98-B4AD-6D7368683B4D}" type="datetimeFigureOut">
              <a:rPr lang="pt-BR" smtClean="0"/>
              <a:t>25/07/2026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368167A-96E7-E5BC-2CC8-B719C14E5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4E2404E-0C21-4FC6-39CB-8C84D08D8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81A4D-BDEA-40A8-875C-0AC31A9269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003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E7DD86-87F1-92E9-A85C-1228A76AE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0B675D3-43BC-CA3D-54DE-E43EA4465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48AF0-EAF9-4A98-B4AD-6D7368683B4D}" type="datetimeFigureOut">
              <a:rPr lang="pt-BR" smtClean="0"/>
              <a:t>25/07/2026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77CBAF6-0C23-F413-DF3B-C3FF4C42E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4955DEA-0551-B096-C890-460C9069A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81A4D-BDEA-40A8-875C-0AC31A9269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6823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F4BB156-9AD9-1917-1C0E-3A04AD827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48AF0-EAF9-4A98-B4AD-6D7368683B4D}" type="datetimeFigureOut">
              <a:rPr lang="pt-BR" smtClean="0"/>
              <a:t>25/07/2026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DA3EBF3-ED0E-C3DC-B553-C75CA8FA7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F859110-69ED-D9E0-588B-00BBDDCD4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81A4D-BDEA-40A8-875C-0AC31A9269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2595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2DF3E4-7F7D-2B99-6F16-EE01A05D7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9B0841E-2BF5-4BC1-3D8A-6CD87E5AF4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D8467B3-EE42-10C7-8432-FB0FBA4420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BC2F907-14CC-9A0D-74D8-B889BF7F9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48AF0-EAF9-4A98-B4AD-6D7368683B4D}" type="datetimeFigureOut">
              <a:rPr lang="pt-BR" smtClean="0"/>
              <a:t>25/07/2026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C4D017F-B95A-52A4-5C29-EE2610136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4BF18AB-D0B8-5150-9FC4-50F58C8C9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81A4D-BDEA-40A8-875C-0AC31A9269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64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6533F4-F354-B638-2AFA-D920904D4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7721587-3749-50B3-970F-0436B46A18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236F0C1-364E-862D-9F60-7F6FD609BB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1CE442C-EA30-8147-11F6-2A4AA97C9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48AF0-EAF9-4A98-B4AD-6D7368683B4D}" type="datetimeFigureOut">
              <a:rPr lang="pt-BR" smtClean="0"/>
              <a:t>25/07/2026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8396751-326F-5B7F-8927-983B46A9E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6001893-B0E8-E2E8-1044-5078F20E0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81A4D-BDEA-40A8-875C-0AC31A9269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8943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E1701B-641C-8132-83F1-AB08E50B0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D87D6C1-159B-862F-7C9D-3824EFBBCB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4316380-4EBA-8E18-276C-EEE9F2142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48AF0-EAF9-4A98-B4AD-6D7368683B4D}" type="datetimeFigureOut">
              <a:rPr lang="pt-BR" smtClean="0"/>
              <a:t>25/07/2026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2233141-6227-639B-CAF2-F7051AB7E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51EBB6-32CA-01C4-288B-CCDB5ADC8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81A4D-BDEA-40A8-875C-0AC31A9269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3749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598DBD1-3B54-5DF8-425E-27D76F8BD1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8B29960-D7DD-299F-3C1E-9707A24CE0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0F4FD89-A927-5765-D3AE-B65FE8FF2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48AF0-EAF9-4A98-B4AD-6D7368683B4D}" type="datetimeFigureOut">
              <a:rPr lang="pt-BR" smtClean="0"/>
              <a:t>25/07/2026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84DC9FE-E63A-DE8A-D8FD-07AFB7BD4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1236CA2-A8EC-57B9-A3DC-28A8289A9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81A4D-BDEA-40A8-875C-0AC31A9269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8394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6C458C2-2333-43B3-0986-6139903D6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46CA7D8-F5D9-7D01-E06D-ACCF174122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687B18E-D7E4-4320-3394-73DA17E7A2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748AF0-EAF9-4A98-B4AD-6D7368683B4D}" type="datetimeFigureOut">
              <a:rPr lang="pt-BR" smtClean="0"/>
              <a:t>25/07/2026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CF1D6AE-3229-A4D8-F3E9-67AC20BE61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C4F4779-524C-9917-1F15-1DCF073331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C81A4D-BDEA-40A8-875C-0AC31A9269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2603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AD742CCE-08B0-8265-45E5-F9F3FA6E219E}"/>
              </a:ext>
            </a:extLst>
          </p:cNvPr>
          <p:cNvSpPr/>
          <p:nvPr/>
        </p:nvSpPr>
        <p:spPr>
          <a:xfrm>
            <a:off x="317500" y="254000"/>
            <a:ext cx="1134533" cy="889000"/>
          </a:xfrm>
          <a:prstGeom prst="rect">
            <a:avLst/>
          </a:prstGeom>
          <a:solidFill>
            <a:srgbClr val="3C64C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CC2DA40C-1B0F-B871-CA88-687B2B61DF3C}"/>
              </a:ext>
            </a:extLst>
          </p:cNvPr>
          <p:cNvSpPr/>
          <p:nvPr/>
        </p:nvSpPr>
        <p:spPr>
          <a:xfrm>
            <a:off x="1756833" y="254000"/>
            <a:ext cx="1134534" cy="889000"/>
          </a:xfrm>
          <a:prstGeom prst="roundRect">
            <a:avLst/>
          </a:prstGeom>
          <a:solidFill>
            <a:srgbClr val="5A78B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4EC5B5D1-EF69-4963-9CB1-791BEEB19CFE}"/>
              </a:ext>
            </a:extLst>
          </p:cNvPr>
          <p:cNvSpPr/>
          <p:nvPr/>
        </p:nvSpPr>
        <p:spPr>
          <a:xfrm>
            <a:off x="3196167" y="254000"/>
            <a:ext cx="1134533" cy="889000"/>
          </a:xfrm>
          <a:prstGeom prst="ellipse">
            <a:avLst/>
          </a:prstGeom>
          <a:solidFill>
            <a:srgbClr val="788CA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3216564E-788F-E9BA-6FA9-B3A51997459B}"/>
              </a:ext>
            </a:extLst>
          </p:cNvPr>
          <p:cNvSpPr/>
          <p:nvPr/>
        </p:nvSpPr>
        <p:spPr>
          <a:xfrm>
            <a:off x="4635500" y="254000"/>
            <a:ext cx="1134533" cy="889000"/>
          </a:xfrm>
          <a:prstGeom prst="triangle">
            <a:avLst/>
          </a:prstGeom>
          <a:solidFill>
            <a:srgbClr val="96A09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riângulo Retângulo 5">
            <a:extLst>
              <a:ext uri="{FF2B5EF4-FFF2-40B4-BE49-F238E27FC236}">
                <a16:creationId xmlns:a16="http://schemas.microsoft.com/office/drawing/2014/main" id="{48691B0D-8332-55AA-82A9-D461272104D5}"/>
              </a:ext>
            </a:extLst>
          </p:cNvPr>
          <p:cNvSpPr/>
          <p:nvPr/>
        </p:nvSpPr>
        <p:spPr>
          <a:xfrm>
            <a:off x="6074833" y="254000"/>
            <a:ext cx="1134534" cy="889000"/>
          </a:xfrm>
          <a:prstGeom prst="rtTriangle">
            <a:avLst/>
          </a:prstGeom>
          <a:solidFill>
            <a:srgbClr val="B4B48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Losango 6">
            <a:extLst>
              <a:ext uri="{FF2B5EF4-FFF2-40B4-BE49-F238E27FC236}">
                <a16:creationId xmlns:a16="http://schemas.microsoft.com/office/drawing/2014/main" id="{A079A960-1453-7561-194C-7B5402847990}"/>
              </a:ext>
            </a:extLst>
          </p:cNvPr>
          <p:cNvSpPr/>
          <p:nvPr/>
        </p:nvSpPr>
        <p:spPr>
          <a:xfrm>
            <a:off x="7514167" y="254000"/>
            <a:ext cx="1134533" cy="889000"/>
          </a:xfrm>
          <a:prstGeom prst="diamond">
            <a:avLst/>
          </a:prstGeom>
          <a:solidFill>
            <a:srgbClr val="D2647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Paralelogramo 7">
            <a:extLst>
              <a:ext uri="{FF2B5EF4-FFF2-40B4-BE49-F238E27FC236}">
                <a16:creationId xmlns:a16="http://schemas.microsoft.com/office/drawing/2014/main" id="{8DF5518C-B7EE-FD55-B88C-371E34183C99}"/>
              </a:ext>
            </a:extLst>
          </p:cNvPr>
          <p:cNvSpPr/>
          <p:nvPr/>
        </p:nvSpPr>
        <p:spPr>
          <a:xfrm>
            <a:off x="317500" y="1320800"/>
            <a:ext cx="1134533" cy="889000"/>
          </a:xfrm>
          <a:prstGeom prst="parallelogram">
            <a:avLst/>
          </a:prstGeom>
          <a:solidFill>
            <a:srgbClr val="F0786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Trapezoide 8">
            <a:extLst>
              <a:ext uri="{FF2B5EF4-FFF2-40B4-BE49-F238E27FC236}">
                <a16:creationId xmlns:a16="http://schemas.microsoft.com/office/drawing/2014/main" id="{6C248E5A-B58B-DE8F-BBD4-F2DCB74D721D}"/>
              </a:ext>
            </a:extLst>
          </p:cNvPr>
          <p:cNvSpPr/>
          <p:nvPr/>
        </p:nvSpPr>
        <p:spPr>
          <a:xfrm>
            <a:off x="1756833" y="1320800"/>
            <a:ext cx="1134534" cy="889000"/>
          </a:xfrm>
          <a:prstGeom prst="trapezoid">
            <a:avLst/>
          </a:prstGeom>
          <a:solidFill>
            <a:srgbClr val="3C8C5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Pentágono 9">
            <a:extLst>
              <a:ext uri="{FF2B5EF4-FFF2-40B4-BE49-F238E27FC236}">
                <a16:creationId xmlns:a16="http://schemas.microsoft.com/office/drawing/2014/main" id="{9DDA4FEF-E6A3-5B20-4227-F781B9CCDBD0}"/>
              </a:ext>
            </a:extLst>
          </p:cNvPr>
          <p:cNvSpPr/>
          <p:nvPr/>
        </p:nvSpPr>
        <p:spPr>
          <a:xfrm>
            <a:off x="3196167" y="1320800"/>
            <a:ext cx="1134533" cy="889000"/>
          </a:xfrm>
          <a:prstGeom prst="pentagon">
            <a:avLst/>
          </a:prstGeom>
          <a:solidFill>
            <a:srgbClr val="5AA0C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Hexágono 10">
            <a:extLst>
              <a:ext uri="{FF2B5EF4-FFF2-40B4-BE49-F238E27FC236}">
                <a16:creationId xmlns:a16="http://schemas.microsoft.com/office/drawing/2014/main" id="{5471DE29-B800-A2AF-1B42-54268EE8B490}"/>
              </a:ext>
            </a:extLst>
          </p:cNvPr>
          <p:cNvSpPr/>
          <p:nvPr/>
        </p:nvSpPr>
        <p:spPr>
          <a:xfrm>
            <a:off x="4635500" y="1320800"/>
            <a:ext cx="1134533" cy="889000"/>
          </a:xfrm>
          <a:prstGeom prst="hexagon">
            <a:avLst/>
          </a:prstGeom>
          <a:solidFill>
            <a:srgbClr val="78B4B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Octógono 11">
            <a:extLst>
              <a:ext uri="{FF2B5EF4-FFF2-40B4-BE49-F238E27FC236}">
                <a16:creationId xmlns:a16="http://schemas.microsoft.com/office/drawing/2014/main" id="{0BB19A2D-D32E-11E7-C536-2E0BC38217B9}"/>
              </a:ext>
            </a:extLst>
          </p:cNvPr>
          <p:cNvSpPr/>
          <p:nvPr/>
        </p:nvSpPr>
        <p:spPr>
          <a:xfrm>
            <a:off x="6074833" y="1320800"/>
            <a:ext cx="1134534" cy="889000"/>
          </a:xfrm>
          <a:prstGeom prst="octagon">
            <a:avLst/>
          </a:prstGeom>
          <a:solidFill>
            <a:srgbClr val="9664A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Estrela: 5 Pontas 12">
            <a:extLst>
              <a:ext uri="{FF2B5EF4-FFF2-40B4-BE49-F238E27FC236}">
                <a16:creationId xmlns:a16="http://schemas.microsoft.com/office/drawing/2014/main" id="{4F6F12E6-773A-7CC1-F96C-9DCFE607C074}"/>
              </a:ext>
            </a:extLst>
          </p:cNvPr>
          <p:cNvSpPr/>
          <p:nvPr/>
        </p:nvSpPr>
        <p:spPr>
          <a:xfrm>
            <a:off x="7514167" y="1320800"/>
            <a:ext cx="1134533" cy="889000"/>
          </a:xfrm>
          <a:prstGeom prst="star5">
            <a:avLst/>
          </a:prstGeom>
          <a:solidFill>
            <a:srgbClr val="B4789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Seta: para a Direita 13">
            <a:extLst>
              <a:ext uri="{FF2B5EF4-FFF2-40B4-BE49-F238E27FC236}">
                <a16:creationId xmlns:a16="http://schemas.microsoft.com/office/drawing/2014/main" id="{0A30C81A-D437-156A-8FB4-52804FB2F3A3}"/>
              </a:ext>
            </a:extLst>
          </p:cNvPr>
          <p:cNvSpPr/>
          <p:nvPr/>
        </p:nvSpPr>
        <p:spPr>
          <a:xfrm>
            <a:off x="317500" y="2387600"/>
            <a:ext cx="1134533" cy="889000"/>
          </a:xfrm>
          <a:prstGeom prst="rightArrow">
            <a:avLst/>
          </a:prstGeom>
          <a:solidFill>
            <a:srgbClr val="D28C8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Seta: para a Esquerda 14">
            <a:extLst>
              <a:ext uri="{FF2B5EF4-FFF2-40B4-BE49-F238E27FC236}">
                <a16:creationId xmlns:a16="http://schemas.microsoft.com/office/drawing/2014/main" id="{E3EE2D4B-8838-B576-F8E2-79B4FEDBDAD2}"/>
              </a:ext>
            </a:extLst>
          </p:cNvPr>
          <p:cNvSpPr/>
          <p:nvPr/>
        </p:nvSpPr>
        <p:spPr>
          <a:xfrm>
            <a:off x="1756833" y="2387600"/>
            <a:ext cx="1134534" cy="889000"/>
          </a:xfrm>
          <a:prstGeom prst="leftArrow">
            <a:avLst/>
          </a:prstGeom>
          <a:solidFill>
            <a:srgbClr val="F0A07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Seta: para Cima 15">
            <a:extLst>
              <a:ext uri="{FF2B5EF4-FFF2-40B4-BE49-F238E27FC236}">
                <a16:creationId xmlns:a16="http://schemas.microsoft.com/office/drawing/2014/main" id="{30069D0B-4756-4B06-4558-1AA4E3C3F8B5}"/>
              </a:ext>
            </a:extLst>
          </p:cNvPr>
          <p:cNvSpPr/>
          <p:nvPr/>
        </p:nvSpPr>
        <p:spPr>
          <a:xfrm>
            <a:off x="3196167" y="2387600"/>
            <a:ext cx="1134533" cy="889000"/>
          </a:xfrm>
          <a:prstGeom prst="upArrow">
            <a:avLst/>
          </a:prstGeom>
          <a:solidFill>
            <a:srgbClr val="3CB46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Seta: para Baixo 16">
            <a:extLst>
              <a:ext uri="{FF2B5EF4-FFF2-40B4-BE49-F238E27FC236}">
                <a16:creationId xmlns:a16="http://schemas.microsoft.com/office/drawing/2014/main" id="{98F48110-12FC-EBA3-D83C-536A994AAC88}"/>
              </a:ext>
            </a:extLst>
          </p:cNvPr>
          <p:cNvSpPr/>
          <p:nvPr/>
        </p:nvSpPr>
        <p:spPr>
          <a:xfrm>
            <a:off x="4635500" y="2387600"/>
            <a:ext cx="1134533" cy="889000"/>
          </a:xfrm>
          <a:prstGeom prst="downArrow">
            <a:avLst/>
          </a:prstGeom>
          <a:solidFill>
            <a:srgbClr val="5A645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Seta: Divisa 17">
            <a:extLst>
              <a:ext uri="{FF2B5EF4-FFF2-40B4-BE49-F238E27FC236}">
                <a16:creationId xmlns:a16="http://schemas.microsoft.com/office/drawing/2014/main" id="{8177979F-A35B-2AF0-7F86-EB54043D8A02}"/>
              </a:ext>
            </a:extLst>
          </p:cNvPr>
          <p:cNvSpPr/>
          <p:nvPr/>
        </p:nvSpPr>
        <p:spPr>
          <a:xfrm>
            <a:off x="6074833" y="2387600"/>
            <a:ext cx="1134534" cy="889000"/>
          </a:xfrm>
          <a:prstGeom prst="chevron">
            <a:avLst/>
          </a:prstGeom>
          <a:solidFill>
            <a:srgbClr val="7878C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9" name="Coração 18">
            <a:extLst>
              <a:ext uri="{FF2B5EF4-FFF2-40B4-BE49-F238E27FC236}">
                <a16:creationId xmlns:a16="http://schemas.microsoft.com/office/drawing/2014/main" id="{41A6E70E-A1CB-2966-51DA-33F249232761}"/>
              </a:ext>
            </a:extLst>
          </p:cNvPr>
          <p:cNvSpPr/>
          <p:nvPr/>
        </p:nvSpPr>
        <p:spPr>
          <a:xfrm>
            <a:off x="7514167" y="2387600"/>
            <a:ext cx="1134533" cy="889000"/>
          </a:xfrm>
          <a:prstGeom prst="heart">
            <a:avLst/>
          </a:prstGeom>
          <a:solidFill>
            <a:srgbClr val="968CB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Raio 19">
            <a:extLst>
              <a:ext uri="{FF2B5EF4-FFF2-40B4-BE49-F238E27FC236}">
                <a16:creationId xmlns:a16="http://schemas.microsoft.com/office/drawing/2014/main" id="{94F64115-41F3-F9AF-CEBC-B3445A5260AA}"/>
              </a:ext>
            </a:extLst>
          </p:cNvPr>
          <p:cNvSpPr/>
          <p:nvPr/>
        </p:nvSpPr>
        <p:spPr>
          <a:xfrm>
            <a:off x="317500" y="3454400"/>
            <a:ext cx="1134533" cy="889000"/>
          </a:xfrm>
          <a:prstGeom prst="lightningBolt">
            <a:avLst/>
          </a:prstGeom>
          <a:solidFill>
            <a:srgbClr val="B4A0A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Sol 20">
            <a:extLst>
              <a:ext uri="{FF2B5EF4-FFF2-40B4-BE49-F238E27FC236}">
                <a16:creationId xmlns:a16="http://schemas.microsoft.com/office/drawing/2014/main" id="{1D08AF50-382A-853B-B901-9F3BA883BDA1}"/>
              </a:ext>
            </a:extLst>
          </p:cNvPr>
          <p:cNvSpPr/>
          <p:nvPr/>
        </p:nvSpPr>
        <p:spPr>
          <a:xfrm>
            <a:off x="1756833" y="3454400"/>
            <a:ext cx="1134534" cy="889000"/>
          </a:xfrm>
          <a:prstGeom prst="sun">
            <a:avLst/>
          </a:prstGeom>
          <a:solidFill>
            <a:srgbClr val="D2B49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Lua 21">
            <a:extLst>
              <a:ext uri="{FF2B5EF4-FFF2-40B4-BE49-F238E27FC236}">
                <a16:creationId xmlns:a16="http://schemas.microsoft.com/office/drawing/2014/main" id="{36749574-4022-12C1-6D55-6FC2D6C33610}"/>
              </a:ext>
            </a:extLst>
          </p:cNvPr>
          <p:cNvSpPr/>
          <p:nvPr/>
        </p:nvSpPr>
        <p:spPr>
          <a:xfrm>
            <a:off x="3196167" y="3454400"/>
            <a:ext cx="1134533" cy="889000"/>
          </a:xfrm>
          <a:prstGeom prst="moon">
            <a:avLst/>
          </a:prstGeom>
          <a:solidFill>
            <a:srgbClr val="F0648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Cilindro 22">
            <a:extLst>
              <a:ext uri="{FF2B5EF4-FFF2-40B4-BE49-F238E27FC236}">
                <a16:creationId xmlns:a16="http://schemas.microsoft.com/office/drawing/2014/main" id="{B3CF9BE1-0DB6-5286-2721-E43C97B89F62}"/>
              </a:ext>
            </a:extLst>
          </p:cNvPr>
          <p:cNvSpPr/>
          <p:nvPr/>
        </p:nvSpPr>
        <p:spPr>
          <a:xfrm>
            <a:off x="4635500" y="3454400"/>
            <a:ext cx="1134533" cy="889000"/>
          </a:xfrm>
          <a:prstGeom prst="can">
            <a:avLst/>
          </a:prstGeom>
          <a:solidFill>
            <a:srgbClr val="3C787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Cubo 23">
            <a:extLst>
              <a:ext uri="{FF2B5EF4-FFF2-40B4-BE49-F238E27FC236}">
                <a16:creationId xmlns:a16="http://schemas.microsoft.com/office/drawing/2014/main" id="{801AB777-96AC-47D0-C6C8-B5459949BD91}"/>
              </a:ext>
            </a:extLst>
          </p:cNvPr>
          <p:cNvSpPr/>
          <p:nvPr/>
        </p:nvSpPr>
        <p:spPr>
          <a:xfrm>
            <a:off x="6074833" y="3454400"/>
            <a:ext cx="1134534" cy="889000"/>
          </a:xfrm>
          <a:prstGeom prst="cube">
            <a:avLst/>
          </a:prstGeom>
          <a:solidFill>
            <a:srgbClr val="5A8C6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Círculo: Vazio 24">
            <a:extLst>
              <a:ext uri="{FF2B5EF4-FFF2-40B4-BE49-F238E27FC236}">
                <a16:creationId xmlns:a16="http://schemas.microsoft.com/office/drawing/2014/main" id="{6FC7278D-2CF2-D0F9-D3C4-605A8B4C2A0E}"/>
              </a:ext>
            </a:extLst>
          </p:cNvPr>
          <p:cNvSpPr/>
          <p:nvPr/>
        </p:nvSpPr>
        <p:spPr>
          <a:xfrm>
            <a:off x="7514167" y="3454400"/>
            <a:ext cx="1134533" cy="889000"/>
          </a:xfrm>
          <a:prstGeom prst="donut">
            <a:avLst/>
          </a:prstGeom>
          <a:solidFill>
            <a:srgbClr val="78A05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55149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32E0DF84-18FA-84F1-64AE-31F3458B904D}"/>
              </a:ext>
            </a:extLst>
          </p:cNvPr>
          <p:cNvSpPr/>
          <p:nvPr/>
        </p:nvSpPr>
        <p:spPr>
          <a:xfrm>
            <a:off x="254000" y="254000"/>
            <a:ext cx="1651000" cy="1143000"/>
          </a:xfrm>
          <a:prstGeom prst="rect">
            <a:avLst/>
          </a:prstGeom>
          <a:solidFill>
            <a:srgbClr val="C4724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5B49A8F-5037-8491-799E-54C03173DB0D}"/>
              </a:ext>
            </a:extLst>
          </p:cNvPr>
          <p:cNvSpPr/>
          <p:nvPr/>
        </p:nvSpPr>
        <p:spPr>
          <a:xfrm>
            <a:off x="2159000" y="254000"/>
            <a:ext cx="1651000" cy="1143000"/>
          </a:xfrm>
          <a:prstGeom prst="rect">
            <a:avLst/>
          </a:prstGeom>
          <a:gradFill flip="none" rotWithShape="1">
            <a:gsLst>
              <a:gs pos="0">
                <a:srgbClr val="4472C4"/>
              </a:gs>
              <a:gs pos="100000">
                <a:srgbClr val="FFFFFF"/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17C7D4B-C886-2D39-FB38-6B4E2FA93591}"/>
              </a:ext>
            </a:extLst>
          </p:cNvPr>
          <p:cNvSpPr/>
          <p:nvPr/>
        </p:nvSpPr>
        <p:spPr>
          <a:xfrm>
            <a:off x="4064000" y="254000"/>
            <a:ext cx="1651000" cy="1143000"/>
          </a:xfrm>
          <a:prstGeom prst="rect">
            <a:avLst/>
          </a:prstGeom>
          <a:gradFill flip="none" rotWithShape="1">
            <a:gsLst>
              <a:gs pos="0">
                <a:srgbClr val="DC3C3C"/>
              </a:gs>
              <a:gs pos="100000">
                <a:srgbClr val="FFFFFF"/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2BCEA23-2BCB-76B0-8932-C726EF47FD6A}"/>
              </a:ext>
            </a:extLst>
          </p:cNvPr>
          <p:cNvSpPr/>
          <p:nvPr/>
        </p:nvSpPr>
        <p:spPr>
          <a:xfrm>
            <a:off x="5969000" y="254000"/>
            <a:ext cx="1651000" cy="1143000"/>
          </a:xfrm>
          <a:prstGeom prst="rect">
            <a:avLst/>
          </a:prstGeom>
          <a:gradFill flip="none" rotWithShape="1">
            <a:gsLst>
              <a:gs pos="0">
                <a:srgbClr val="28A05A"/>
              </a:gs>
              <a:gs pos="100000">
                <a:srgbClr val="FFFFFF"/>
              </a:gs>
            </a:gsLst>
            <a:lin ang="135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ECDCFDF0-F625-10E0-1895-C8E661372830}"/>
              </a:ext>
            </a:extLst>
          </p:cNvPr>
          <p:cNvSpPr/>
          <p:nvPr/>
        </p:nvSpPr>
        <p:spPr>
          <a:xfrm>
            <a:off x="7874000" y="254000"/>
            <a:ext cx="1651000" cy="1143000"/>
          </a:xfrm>
          <a:prstGeom prst="ellipse">
            <a:avLst/>
          </a:prstGeom>
          <a:gradFill flip="none" rotWithShape="1">
            <a:gsLst>
              <a:gs pos="100000">
                <a:srgbClr val="963CC8"/>
              </a:gs>
              <a:gs pos="0">
                <a:srgbClr val="FFFFFF"/>
              </a:gs>
            </a:gsLst>
            <a:path path="rect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8A54FBC-6623-FD25-C3E9-813C0086D1DB}"/>
              </a:ext>
            </a:extLst>
          </p:cNvPr>
          <p:cNvSpPr/>
          <p:nvPr/>
        </p:nvSpPr>
        <p:spPr>
          <a:xfrm>
            <a:off x="9779000" y="254000"/>
            <a:ext cx="1651000" cy="1143000"/>
          </a:xfrm>
          <a:prstGeom prst="rect">
            <a:avLst/>
          </a:prstGeom>
          <a:gradFill flip="none" rotWithShape="1">
            <a:gsLst>
              <a:gs pos="0">
                <a:srgbClr val="007890"/>
              </a:gs>
              <a:gs pos="100000">
                <a:srgbClr val="007890">
                  <a:tint val="60000"/>
                </a:srgb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4991112F-83F1-0D5F-27FD-75CDDA8C0286}"/>
              </a:ext>
            </a:extLst>
          </p:cNvPr>
          <p:cNvSpPr/>
          <p:nvPr/>
        </p:nvSpPr>
        <p:spPr>
          <a:xfrm>
            <a:off x="254000" y="1778000"/>
            <a:ext cx="1651000" cy="1143000"/>
          </a:xfrm>
          <a:prstGeom prst="ellipse">
            <a:avLst/>
          </a:prstGeom>
          <a:solidFill>
            <a:srgbClr val="4472C4">
              <a:alpha val="7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AB6DAD82-6E60-B7A3-1B0B-F25C84570F89}"/>
              </a:ext>
            </a:extLst>
          </p:cNvPr>
          <p:cNvSpPr/>
          <p:nvPr/>
        </p:nvSpPr>
        <p:spPr>
          <a:xfrm>
            <a:off x="2159000" y="1778000"/>
            <a:ext cx="1651000" cy="1143000"/>
          </a:xfrm>
          <a:prstGeom prst="ellipse">
            <a:avLst/>
          </a:prstGeom>
          <a:solidFill>
            <a:srgbClr val="4472C4">
              <a:alpha val="5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C9E89DC1-861C-F65F-D813-A13668E558AA}"/>
              </a:ext>
            </a:extLst>
          </p:cNvPr>
          <p:cNvSpPr/>
          <p:nvPr/>
        </p:nvSpPr>
        <p:spPr>
          <a:xfrm>
            <a:off x="4064000" y="1778000"/>
            <a:ext cx="1651000" cy="1143000"/>
          </a:xfrm>
          <a:prstGeom prst="ellipse">
            <a:avLst/>
          </a:prstGeom>
          <a:solidFill>
            <a:srgbClr val="4472C4">
              <a:alpha val="2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5BF66342-9493-422A-4468-B50429FE1760}"/>
              </a:ext>
            </a:extLst>
          </p:cNvPr>
          <p:cNvSpPr/>
          <p:nvPr/>
        </p:nvSpPr>
        <p:spPr>
          <a:xfrm>
            <a:off x="6350000" y="1651000"/>
            <a:ext cx="1905000" cy="1397000"/>
          </a:xfrm>
          <a:prstGeom prst="ellipse">
            <a:avLst/>
          </a:prstGeom>
          <a:solidFill>
            <a:srgbClr val="E63C3C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D50EA46F-C9A1-945D-0BD1-81550911F849}"/>
              </a:ext>
            </a:extLst>
          </p:cNvPr>
          <p:cNvSpPr/>
          <p:nvPr/>
        </p:nvSpPr>
        <p:spPr>
          <a:xfrm>
            <a:off x="7239000" y="1651000"/>
            <a:ext cx="1905000" cy="1397000"/>
          </a:xfrm>
          <a:prstGeom prst="ellipse">
            <a:avLst/>
          </a:prstGeom>
          <a:solidFill>
            <a:srgbClr val="3C5AE6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4149D229-5BF2-2AE8-FF83-3EE0CE9BAE7E}"/>
              </a:ext>
            </a:extLst>
          </p:cNvPr>
          <p:cNvSpPr/>
          <p:nvPr/>
        </p:nvSpPr>
        <p:spPr>
          <a:xfrm>
            <a:off x="6794500" y="2413000"/>
            <a:ext cx="1905000" cy="1397000"/>
          </a:xfrm>
          <a:prstGeom prst="ellipse">
            <a:avLst/>
          </a:prstGeom>
          <a:solidFill>
            <a:srgbClr val="3CC85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B04634C1-DE4C-B693-C8F9-7E455FEB77F2}"/>
              </a:ext>
            </a:extLst>
          </p:cNvPr>
          <p:cNvSpPr/>
          <p:nvPr/>
        </p:nvSpPr>
        <p:spPr>
          <a:xfrm>
            <a:off x="254000" y="3556000"/>
            <a:ext cx="1651000" cy="889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accent1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344DB40C-469D-421D-12CF-C242DB71BCC3}"/>
              </a:ext>
            </a:extLst>
          </p:cNvPr>
          <p:cNvSpPr/>
          <p:nvPr/>
        </p:nvSpPr>
        <p:spPr>
          <a:xfrm>
            <a:off x="2159000" y="3556000"/>
            <a:ext cx="1651000" cy="8890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accent2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3B0FF3F2-3CFE-D333-619C-C49F8A207B9A}"/>
              </a:ext>
            </a:extLst>
          </p:cNvPr>
          <p:cNvSpPr/>
          <p:nvPr/>
        </p:nvSpPr>
        <p:spPr>
          <a:xfrm>
            <a:off x="4064000" y="3556000"/>
            <a:ext cx="1651000" cy="8890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accent3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AE931D02-9CB7-F364-2EF3-ED1404F7CCA7}"/>
              </a:ext>
            </a:extLst>
          </p:cNvPr>
          <p:cNvSpPr/>
          <p:nvPr/>
        </p:nvSpPr>
        <p:spPr>
          <a:xfrm>
            <a:off x="5969000" y="3556000"/>
            <a:ext cx="1651000" cy="889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accent4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1D415346-6BFC-591C-062F-586D386F13C1}"/>
              </a:ext>
            </a:extLst>
          </p:cNvPr>
          <p:cNvSpPr/>
          <p:nvPr/>
        </p:nvSpPr>
        <p:spPr>
          <a:xfrm>
            <a:off x="7874000" y="3556000"/>
            <a:ext cx="1651000" cy="88900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accent5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1F24C137-4DAD-2BEF-C965-2521A35138EA}"/>
              </a:ext>
            </a:extLst>
          </p:cNvPr>
          <p:cNvSpPr/>
          <p:nvPr/>
        </p:nvSpPr>
        <p:spPr>
          <a:xfrm>
            <a:off x="9779000" y="3556000"/>
            <a:ext cx="1651000" cy="889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accent6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04EF9D50-A51A-2458-4113-E8931D46604B}"/>
              </a:ext>
            </a:extLst>
          </p:cNvPr>
          <p:cNvSpPr/>
          <p:nvPr/>
        </p:nvSpPr>
        <p:spPr>
          <a:xfrm>
            <a:off x="254000" y="4572000"/>
            <a:ext cx="1651000" cy="889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claro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E4DFAF4B-6BAE-9CF6-532A-620D99855951}"/>
              </a:ext>
            </a:extLst>
          </p:cNvPr>
          <p:cNvSpPr/>
          <p:nvPr/>
        </p:nvSpPr>
        <p:spPr>
          <a:xfrm>
            <a:off x="2159000" y="4572000"/>
            <a:ext cx="1651000" cy="8890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escuro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BF7013F5-8F0D-C6F9-1E13-FA50D7CF3997}"/>
              </a:ext>
            </a:extLst>
          </p:cNvPr>
          <p:cNvSpPr/>
          <p:nvPr/>
        </p:nvSpPr>
        <p:spPr>
          <a:xfrm>
            <a:off x="4064000" y="4572000"/>
            <a:ext cx="1651000" cy="889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claro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0023443F-93DB-2477-D49E-69437E709564}"/>
              </a:ext>
            </a:extLst>
          </p:cNvPr>
          <p:cNvSpPr/>
          <p:nvPr/>
        </p:nvSpPr>
        <p:spPr>
          <a:xfrm>
            <a:off x="5969000" y="4572000"/>
            <a:ext cx="1651000" cy="88900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escuro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2B0A6173-4FE9-B32B-A533-2AD060300A64}"/>
              </a:ext>
            </a:extLst>
          </p:cNvPr>
          <p:cNvSpPr/>
          <p:nvPr/>
        </p:nvSpPr>
        <p:spPr>
          <a:xfrm>
            <a:off x="7874000" y="4572000"/>
            <a:ext cx="1651000" cy="889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claro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7D9EBB81-02DD-2CB5-2479-94073100A098}"/>
              </a:ext>
            </a:extLst>
          </p:cNvPr>
          <p:cNvSpPr/>
          <p:nvPr/>
        </p:nvSpPr>
        <p:spPr>
          <a:xfrm>
            <a:off x="9779000" y="4572000"/>
            <a:ext cx="1651000" cy="8890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escuro</a:t>
            </a:r>
          </a:p>
        </p:txBody>
      </p:sp>
    </p:spTree>
    <p:extLst>
      <p:ext uri="{BB962C8B-B14F-4D97-AF65-F5344CB8AC3E}">
        <p14:creationId xmlns:p14="http://schemas.microsoft.com/office/powerpoint/2010/main" val="12356273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ector reto 1">
            <a:extLst>
              <a:ext uri="{FF2B5EF4-FFF2-40B4-BE49-F238E27FC236}">
                <a16:creationId xmlns:a16="http://schemas.microsoft.com/office/drawing/2014/main" id="{EC1279E0-B4F4-037A-B577-C915A8680AD7}"/>
              </a:ext>
            </a:extLst>
          </p:cNvPr>
          <p:cNvCxnSpPr/>
          <p:nvPr/>
        </p:nvCxnSpPr>
        <p:spPr>
          <a:xfrm>
            <a:off x="381000" y="381000"/>
            <a:ext cx="3175000" cy="0"/>
          </a:xfrm>
          <a:prstGeom prst="line">
            <a:avLst/>
          </a:prstGeom>
          <a:ln w="6350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0FBDB2AB-E7E1-0D60-4FF4-9D1CAF163371}"/>
              </a:ext>
            </a:extLst>
          </p:cNvPr>
          <p:cNvCxnSpPr/>
          <p:nvPr/>
        </p:nvCxnSpPr>
        <p:spPr>
          <a:xfrm>
            <a:off x="381000" y="660400"/>
            <a:ext cx="3175000" cy="0"/>
          </a:xfrm>
          <a:prstGeom prst="line">
            <a:avLst/>
          </a:prstGeom>
          <a:ln w="12700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17B55321-427D-1E90-5C94-BDA7F263F8FE}"/>
              </a:ext>
            </a:extLst>
          </p:cNvPr>
          <p:cNvCxnSpPr/>
          <p:nvPr/>
        </p:nvCxnSpPr>
        <p:spPr>
          <a:xfrm>
            <a:off x="381000" y="939800"/>
            <a:ext cx="3175000" cy="0"/>
          </a:xfrm>
          <a:prstGeom prst="line">
            <a:avLst/>
          </a:prstGeom>
          <a:ln w="2857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58B0488B-BD68-FF60-7BCE-9BF3CD83D7E3}"/>
              </a:ext>
            </a:extLst>
          </p:cNvPr>
          <p:cNvCxnSpPr/>
          <p:nvPr/>
        </p:nvCxnSpPr>
        <p:spPr>
          <a:xfrm>
            <a:off x="381000" y="1219200"/>
            <a:ext cx="3175000" cy="0"/>
          </a:xfrm>
          <a:prstGeom prst="line">
            <a:avLst/>
          </a:prstGeom>
          <a:ln w="57150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B9A6F7BE-3DE5-614F-6CD9-24B2BABDAA26}"/>
              </a:ext>
            </a:extLst>
          </p:cNvPr>
          <p:cNvCxnSpPr/>
          <p:nvPr/>
        </p:nvCxnSpPr>
        <p:spPr>
          <a:xfrm>
            <a:off x="381000" y="1498600"/>
            <a:ext cx="3175000" cy="0"/>
          </a:xfrm>
          <a:prstGeom prst="line">
            <a:avLst/>
          </a:prstGeom>
          <a:ln w="76200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8EB6308F-7709-BC39-6E6A-97F32652462B}"/>
              </a:ext>
            </a:extLst>
          </p:cNvPr>
          <p:cNvCxnSpPr/>
          <p:nvPr/>
        </p:nvCxnSpPr>
        <p:spPr>
          <a:xfrm>
            <a:off x="4064000" y="381000"/>
            <a:ext cx="3302000" cy="0"/>
          </a:xfrm>
          <a:prstGeom prst="line">
            <a:avLst/>
          </a:prstGeom>
          <a:ln w="25400" cap="sq">
            <a:solidFill>
              <a:srgbClr val="B42828"/>
            </a:solidFill>
            <a:prstDash val="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3BD19352-5CA9-6A2C-D10B-BF97A0B09F90}"/>
              </a:ext>
            </a:extLst>
          </p:cNvPr>
          <p:cNvCxnSpPr/>
          <p:nvPr/>
        </p:nvCxnSpPr>
        <p:spPr>
          <a:xfrm>
            <a:off x="4064000" y="660400"/>
            <a:ext cx="3302000" cy="0"/>
          </a:xfrm>
          <a:prstGeom prst="line">
            <a:avLst/>
          </a:prstGeom>
          <a:ln w="25400" cap="rnd">
            <a:solidFill>
              <a:srgbClr val="B42828"/>
            </a:solidFill>
            <a:prstDash val="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272565A7-12E3-1DE8-0747-1B257567194C}"/>
              </a:ext>
            </a:extLst>
          </p:cNvPr>
          <p:cNvCxnSpPr/>
          <p:nvPr/>
        </p:nvCxnSpPr>
        <p:spPr>
          <a:xfrm>
            <a:off x="4064000" y="939800"/>
            <a:ext cx="3302000" cy="0"/>
          </a:xfrm>
          <a:prstGeom prst="line">
            <a:avLst/>
          </a:prstGeom>
          <a:ln w="25400">
            <a:solidFill>
              <a:srgbClr val="B4282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B2F24E3F-B8E6-4CFC-6C21-CD31B85E6791}"/>
              </a:ext>
            </a:extLst>
          </p:cNvPr>
          <p:cNvCxnSpPr/>
          <p:nvPr/>
        </p:nvCxnSpPr>
        <p:spPr>
          <a:xfrm>
            <a:off x="4064000" y="1219200"/>
            <a:ext cx="3302000" cy="0"/>
          </a:xfrm>
          <a:prstGeom prst="line">
            <a:avLst/>
          </a:prstGeom>
          <a:ln w="25400">
            <a:solidFill>
              <a:srgbClr val="B42828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5F57B36A-CFFC-3712-4EFA-32EE0A5F9F49}"/>
              </a:ext>
            </a:extLst>
          </p:cNvPr>
          <p:cNvCxnSpPr/>
          <p:nvPr/>
        </p:nvCxnSpPr>
        <p:spPr>
          <a:xfrm>
            <a:off x="4064000" y="1498600"/>
            <a:ext cx="3302000" cy="0"/>
          </a:xfrm>
          <a:prstGeom prst="line">
            <a:avLst/>
          </a:prstGeom>
          <a:ln w="25400">
            <a:solidFill>
              <a:srgbClr val="B42828"/>
            </a:solidFill>
            <a:prstDash val="sysDashDot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6E16FFEB-7A25-7BD0-2CC7-5B7C28630325}"/>
              </a:ext>
            </a:extLst>
          </p:cNvPr>
          <p:cNvCxnSpPr/>
          <p:nvPr/>
        </p:nvCxnSpPr>
        <p:spPr>
          <a:xfrm>
            <a:off x="4064000" y="1778000"/>
            <a:ext cx="3302000" cy="0"/>
          </a:xfrm>
          <a:prstGeom prst="line">
            <a:avLst/>
          </a:prstGeom>
          <a:ln w="25400">
            <a:solidFill>
              <a:srgbClr val="B42828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BDE929EF-8E67-C64B-F1EF-40513C0C0E1A}"/>
              </a:ext>
            </a:extLst>
          </p:cNvPr>
          <p:cNvCxnSpPr/>
          <p:nvPr/>
        </p:nvCxnSpPr>
        <p:spPr>
          <a:xfrm>
            <a:off x="4064000" y="2057400"/>
            <a:ext cx="3302000" cy="0"/>
          </a:xfrm>
          <a:prstGeom prst="line">
            <a:avLst/>
          </a:prstGeom>
          <a:ln w="25400">
            <a:solidFill>
              <a:srgbClr val="B42828"/>
            </a:solidFill>
            <a:prstDash val="lg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38510968-8088-8F6F-425F-28B7F2C5D205}"/>
              </a:ext>
            </a:extLst>
          </p:cNvPr>
          <p:cNvCxnSpPr/>
          <p:nvPr/>
        </p:nvCxnSpPr>
        <p:spPr>
          <a:xfrm>
            <a:off x="7874000" y="381000"/>
            <a:ext cx="3556000" cy="0"/>
          </a:xfrm>
          <a:prstGeom prst="line">
            <a:avLst/>
          </a:prstGeom>
          <a:ln w="31750">
            <a:solidFill>
              <a:srgbClr val="285AB4"/>
            </a:solidFill>
            <a:headEnd type="oval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D239654C-6B7E-8E76-7310-2F47CC574F50}"/>
              </a:ext>
            </a:extLst>
          </p:cNvPr>
          <p:cNvCxnSpPr/>
          <p:nvPr/>
        </p:nvCxnSpPr>
        <p:spPr>
          <a:xfrm>
            <a:off x="7874000" y="711200"/>
            <a:ext cx="3556000" cy="0"/>
          </a:xfrm>
          <a:prstGeom prst="line">
            <a:avLst/>
          </a:prstGeom>
          <a:ln w="31750">
            <a:solidFill>
              <a:srgbClr val="285AB4"/>
            </a:solidFill>
            <a:headEnd type="oval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1ADA85C4-7989-F316-98D1-8E299E21A91D}"/>
              </a:ext>
            </a:extLst>
          </p:cNvPr>
          <p:cNvCxnSpPr/>
          <p:nvPr/>
        </p:nvCxnSpPr>
        <p:spPr>
          <a:xfrm>
            <a:off x="7874000" y="1041400"/>
            <a:ext cx="3556000" cy="0"/>
          </a:xfrm>
          <a:prstGeom prst="line">
            <a:avLst/>
          </a:prstGeom>
          <a:ln w="31750">
            <a:solidFill>
              <a:srgbClr val="285AB4"/>
            </a:solidFill>
            <a:headEnd type="oval"/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A69C27D8-744D-13BA-D3E4-E49FD6811AD7}"/>
              </a:ext>
            </a:extLst>
          </p:cNvPr>
          <p:cNvCxnSpPr/>
          <p:nvPr/>
        </p:nvCxnSpPr>
        <p:spPr>
          <a:xfrm>
            <a:off x="7874000" y="1371600"/>
            <a:ext cx="3556000" cy="0"/>
          </a:xfrm>
          <a:prstGeom prst="line">
            <a:avLst/>
          </a:prstGeom>
          <a:ln w="31750">
            <a:solidFill>
              <a:srgbClr val="285AB4"/>
            </a:solidFill>
            <a:headEnd type="oval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2CFC99C1-425A-F6C8-04CB-3694663256CE}"/>
              </a:ext>
            </a:extLst>
          </p:cNvPr>
          <p:cNvCxnSpPr/>
          <p:nvPr/>
        </p:nvCxnSpPr>
        <p:spPr>
          <a:xfrm>
            <a:off x="7874000" y="1701800"/>
            <a:ext cx="3556000" cy="0"/>
          </a:xfrm>
          <a:prstGeom prst="line">
            <a:avLst/>
          </a:prstGeom>
          <a:ln w="31750">
            <a:solidFill>
              <a:srgbClr val="285AB4"/>
            </a:solidFill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668A83BA-F2CB-0DBA-E773-D2259F5B024F}"/>
              </a:ext>
            </a:extLst>
          </p:cNvPr>
          <p:cNvSpPr/>
          <p:nvPr/>
        </p:nvSpPr>
        <p:spPr>
          <a:xfrm>
            <a:off x="762000" y="3175000"/>
            <a:ext cx="1651000" cy="762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A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9AF50E20-A32A-29BE-E4AE-B45B0D18E42D}"/>
              </a:ext>
            </a:extLst>
          </p:cNvPr>
          <p:cNvSpPr/>
          <p:nvPr/>
        </p:nvSpPr>
        <p:spPr>
          <a:xfrm>
            <a:off x="5334000" y="4826000"/>
            <a:ext cx="1651000" cy="762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B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C078605F-DA7D-3A21-4089-3029D0C2F793}"/>
              </a:ext>
            </a:extLst>
          </p:cNvPr>
          <p:cNvSpPr/>
          <p:nvPr/>
        </p:nvSpPr>
        <p:spPr>
          <a:xfrm>
            <a:off x="9652000" y="3302000"/>
            <a:ext cx="1524000" cy="1143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C</a:t>
            </a:r>
          </a:p>
        </p:txBody>
      </p:sp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ACCDE9A9-311C-4D50-681E-FF99C5BB45F2}"/>
              </a:ext>
            </a:extLst>
          </p:cNvPr>
          <p:cNvCxnSpPr>
            <a:cxnSpLocks/>
            <a:stCxn id="19" idx="3"/>
            <a:endCxn id="20" idx="1"/>
          </p:cNvCxnSpPr>
          <p:nvPr/>
        </p:nvCxnSpPr>
        <p:spPr>
          <a:xfrm>
            <a:off x="2413000" y="3556000"/>
            <a:ext cx="2921000" cy="1651000"/>
          </a:xfrm>
          <a:prstGeom prst="straightConnector1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ector: Angulado 22">
            <a:extLst>
              <a:ext uri="{FF2B5EF4-FFF2-40B4-BE49-F238E27FC236}">
                <a16:creationId xmlns:a16="http://schemas.microsoft.com/office/drawing/2014/main" id="{9AFC5A35-3855-6DB7-5707-8CBCC1D668B4}"/>
              </a:ext>
            </a:extLst>
          </p:cNvPr>
          <p:cNvCxnSpPr>
            <a:cxnSpLocks/>
            <a:stCxn id="20" idx="3"/>
            <a:endCxn id="21" idx="1"/>
          </p:cNvCxnSpPr>
          <p:nvPr/>
        </p:nvCxnSpPr>
        <p:spPr>
          <a:xfrm flipV="1">
            <a:off x="6985000" y="3469388"/>
            <a:ext cx="2890185" cy="1737612"/>
          </a:xfrm>
          <a:prstGeom prst="bentConnector4">
            <a:avLst>
              <a:gd name="adj1" fmla="val 46139"/>
              <a:gd name="adj2" fmla="val 122789"/>
            </a:avLst>
          </a:prstGeom>
          <a:ln w="254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ector: Curvo 23">
            <a:extLst>
              <a:ext uri="{FF2B5EF4-FFF2-40B4-BE49-F238E27FC236}">
                <a16:creationId xmlns:a16="http://schemas.microsoft.com/office/drawing/2014/main" id="{AC3392EA-6DB8-53B5-7232-6782182A0D08}"/>
              </a:ext>
            </a:extLst>
          </p:cNvPr>
          <p:cNvCxnSpPr>
            <a:cxnSpLocks/>
            <a:stCxn id="19" idx="2"/>
            <a:endCxn id="21" idx="0"/>
          </p:cNvCxnSpPr>
          <p:nvPr/>
        </p:nvCxnSpPr>
        <p:spPr>
          <a:xfrm rot="5400000" flipH="1" flipV="1">
            <a:off x="5683250" y="-793750"/>
            <a:ext cx="635000" cy="8826500"/>
          </a:xfrm>
          <a:prstGeom prst="curvedConnector5">
            <a:avLst>
              <a:gd name="adj1" fmla="val -36000"/>
              <a:gd name="adj2" fmla="val 50360"/>
              <a:gd name="adj3" fmla="val 136000"/>
            </a:avLst>
          </a:prstGeom>
          <a:ln w="254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9957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ta: para a Direita 1">
            <a:extLst>
              <a:ext uri="{FF2B5EF4-FFF2-40B4-BE49-F238E27FC236}">
                <a16:creationId xmlns:a16="http://schemas.microsoft.com/office/drawing/2014/main" id="{DABF85D0-AF59-F3CC-DBA6-32D4D283906A}"/>
              </a:ext>
            </a:extLst>
          </p:cNvPr>
          <p:cNvSpPr/>
          <p:nvPr/>
        </p:nvSpPr>
        <p:spPr>
          <a:xfrm>
            <a:off x="508000" y="508000"/>
            <a:ext cx="1397000" cy="762000"/>
          </a:xfrm>
          <a:prstGeom prst="rightArrow">
            <a:avLst/>
          </a:prstGeom>
          <a:solidFill>
            <a:srgbClr val="4472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0</a:t>
            </a:r>
          </a:p>
        </p:txBody>
      </p:sp>
      <p:sp>
        <p:nvSpPr>
          <p:cNvPr id="3" name="Seta: para a Direita 2">
            <a:extLst>
              <a:ext uri="{FF2B5EF4-FFF2-40B4-BE49-F238E27FC236}">
                <a16:creationId xmlns:a16="http://schemas.microsoft.com/office/drawing/2014/main" id="{5780E0F1-4566-A6C0-8DF6-C4AD19BDB9A5}"/>
              </a:ext>
            </a:extLst>
          </p:cNvPr>
          <p:cNvSpPr/>
          <p:nvPr/>
        </p:nvSpPr>
        <p:spPr>
          <a:xfrm rot="900000">
            <a:off x="2413000" y="508000"/>
            <a:ext cx="1397000" cy="762000"/>
          </a:xfrm>
          <a:prstGeom prst="rightArrow">
            <a:avLst/>
          </a:prstGeom>
          <a:solidFill>
            <a:srgbClr val="4472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15</a:t>
            </a:r>
          </a:p>
        </p:txBody>
      </p:sp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2E885792-EC75-A3A6-7F6A-CB821C215242}"/>
              </a:ext>
            </a:extLst>
          </p:cNvPr>
          <p:cNvSpPr/>
          <p:nvPr/>
        </p:nvSpPr>
        <p:spPr>
          <a:xfrm rot="2700000">
            <a:off x="4318000" y="508000"/>
            <a:ext cx="1397000" cy="762000"/>
          </a:xfrm>
          <a:prstGeom prst="rightArrow">
            <a:avLst/>
          </a:prstGeom>
          <a:solidFill>
            <a:srgbClr val="4472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45</a:t>
            </a:r>
          </a:p>
        </p:txBody>
      </p:sp>
      <p:sp>
        <p:nvSpPr>
          <p:cNvPr id="5" name="Seta: para a Direita 4">
            <a:extLst>
              <a:ext uri="{FF2B5EF4-FFF2-40B4-BE49-F238E27FC236}">
                <a16:creationId xmlns:a16="http://schemas.microsoft.com/office/drawing/2014/main" id="{F2C5D189-72E7-E140-B6AD-6805DB7CF3D7}"/>
              </a:ext>
            </a:extLst>
          </p:cNvPr>
          <p:cNvSpPr/>
          <p:nvPr/>
        </p:nvSpPr>
        <p:spPr>
          <a:xfrm rot="5400000">
            <a:off x="6223000" y="508000"/>
            <a:ext cx="1397000" cy="762000"/>
          </a:xfrm>
          <a:prstGeom prst="rightArrow">
            <a:avLst/>
          </a:prstGeom>
          <a:solidFill>
            <a:srgbClr val="4472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90</a:t>
            </a:r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472AB83C-EDFD-B3A1-0692-F86DD875B29B}"/>
              </a:ext>
            </a:extLst>
          </p:cNvPr>
          <p:cNvSpPr/>
          <p:nvPr/>
        </p:nvSpPr>
        <p:spPr>
          <a:xfrm rot="10800000">
            <a:off x="8128000" y="508000"/>
            <a:ext cx="1397000" cy="762000"/>
          </a:xfrm>
          <a:prstGeom prst="rightArrow">
            <a:avLst/>
          </a:prstGeom>
          <a:solidFill>
            <a:srgbClr val="4472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180</a:t>
            </a:r>
          </a:p>
        </p:txBody>
      </p:sp>
      <p:sp>
        <p:nvSpPr>
          <p:cNvPr id="7" name="Seta: para a Direita 6">
            <a:extLst>
              <a:ext uri="{FF2B5EF4-FFF2-40B4-BE49-F238E27FC236}">
                <a16:creationId xmlns:a16="http://schemas.microsoft.com/office/drawing/2014/main" id="{793FEC1A-C949-363E-6E12-66A4FEF66FCA}"/>
              </a:ext>
            </a:extLst>
          </p:cNvPr>
          <p:cNvSpPr/>
          <p:nvPr/>
        </p:nvSpPr>
        <p:spPr>
          <a:xfrm rot="18000000">
            <a:off x="10033000" y="508000"/>
            <a:ext cx="1397000" cy="762000"/>
          </a:xfrm>
          <a:prstGeom prst="rightArrow">
            <a:avLst/>
          </a:prstGeom>
          <a:solidFill>
            <a:srgbClr val="4472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300</a:t>
            </a:r>
          </a:p>
        </p:txBody>
      </p:sp>
      <p:sp>
        <p:nvSpPr>
          <p:cNvPr id="8" name="Triângulo Retângulo 7">
            <a:extLst>
              <a:ext uri="{FF2B5EF4-FFF2-40B4-BE49-F238E27FC236}">
                <a16:creationId xmlns:a16="http://schemas.microsoft.com/office/drawing/2014/main" id="{CB172773-BCE9-7522-F018-01E7BD5B347D}"/>
              </a:ext>
            </a:extLst>
          </p:cNvPr>
          <p:cNvSpPr/>
          <p:nvPr/>
        </p:nvSpPr>
        <p:spPr>
          <a:xfrm flipH="1">
            <a:off x="762000" y="2286000"/>
            <a:ext cx="1524000" cy="1143000"/>
          </a:xfrm>
          <a:prstGeom prst="rtTriangle">
            <a:avLst/>
          </a:prstGeom>
          <a:solidFill>
            <a:srgbClr val="C85A2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Triângulo Retângulo 8">
            <a:extLst>
              <a:ext uri="{FF2B5EF4-FFF2-40B4-BE49-F238E27FC236}">
                <a16:creationId xmlns:a16="http://schemas.microsoft.com/office/drawing/2014/main" id="{F804F7C1-F453-D47D-52A7-130A7B00F55B}"/>
              </a:ext>
            </a:extLst>
          </p:cNvPr>
          <p:cNvSpPr/>
          <p:nvPr/>
        </p:nvSpPr>
        <p:spPr>
          <a:xfrm flipV="1">
            <a:off x="2794000" y="2286000"/>
            <a:ext cx="1524000" cy="1143000"/>
          </a:xfrm>
          <a:prstGeom prst="rtTriangle">
            <a:avLst/>
          </a:prstGeom>
          <a:solidFill>
            <a:srgbClr val="C85A2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7200C3C5-5F33-B1D9-E254-2C8EFC3E8969}"/>
              </a:ext>
            </a:extLst>
          </p:cNvPr>
          <p:cNvSpPr/>
          <p:nvPr/>
        </p:nvSpPr>
        <p:spPr>
          <a:xfrm>
            <a:off x="5334000" y="2286000"/>
            <a:ext cx="2032000" cy="1270000"/>
          </a:xfrm>
          <a:prstGeom prst="roundRect">
            <a:avLst/>
          </a:prstGeom>
          <a:solidFill>
            <a:srgbClr val="FFFFFF"/>
          </a:solidFill>
          <a:effectLst>
            <a:outerShdw blurRad="127000" dist="143684" dir="2699996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Losango 10">
            <a:extLst>
              <a:ext uri="{FF2B5EF4-FFF2-40B4-BE49-F238E27FC236}">
                <a16:creationId xmlns:a16="http://schemas.microsoft.com/office/drawing/2014/main" id="{480C3BE0-F185-A791-2015-FF09D07ECBFD}"/>
              </a:ext>
            </a:extLst>
          </p:cNvPr>
          <p:cNvSpPr/>
          <p:nvPr/>
        </p:nvSpPr>
        <p:spPr>
          <a:xfrm rot="1800000">
            <a:off x="8636000" y="2159000"/>
            <a:ext cx="1778000" cy="1778000"/>
          </a:xfrm>
          <a:prstGeom prst="diamond">
            <a:avLst/>
          </a:prstGeom>
          <a:gradFill flip="none" rotWithShape="1">
            <a:gsLst>
              <a:gs pos="0">
                <a:srgbClr val="28A05A"/>
              </a:gs>
              <a:gs pos="100000">
                <a:srgbClr val="FFFFFF"/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Forma Livre: Forma 11">
            <a:extLst>
              <a:ext uri="{FF2B5EF4-FFF2-40B4-BE49-F238E27FC236}">
                <a16:creationId xmlns:a16="http://schemas.microsoft.com/office/drawing/2014/main" id="{BBA979F9-641A-93DE-CBB5-70BAFE20F661}"/>
              </a:ext>
            </a:extLst>
          </p:cNvPr>
          <p:cNvSpPr/>
          <p:nvPr/>
        </p:nvSpPr>
        <p:spPr>
          <a:xfrm>
            <a:off x="1524000" y="4191000"/>
            <a:ext cx="3302001" cy="2032001"/>
          </a:xfrm>
          <a:custGeom>
            <a:avLst/>
            <a:gdLst/>
            <a:ahLst/>
            <a:cxnLst/>
            <a:rect l="0" t="0" r="0" b="0"/>
            <a:pathLst>
              <a:path w="3302001" h="2032001">
                <a:moveTo>
                  <a:pt x="0" y="381000"/>
                </a:moveTo>
                <a:lnTo>
                  <a:pt x="1778000" y="0"/>
                </a:lnTo>
                <a:lnTo>
                  <a:pt x="3302000" y="1270000"/>
                </a:lnTo>
                <a:lnTo>
                  <a:pt x="1651000" y="2032000"/>
                </a:lnTo>
                <a:lnTo>
                  <a:pt x="0" y="1397000"/>
                </a:lnTo>
                <a:close/>
              </a:path>
            </a:pathLst>
          </a:custGeom>
          <a:solidFill>
            <a:srgbClr val="963CC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Arco 12">
            <a:extLst>
              <a:ext uri="{FF2B5EF4-FFF2-40B4-BE49-F238E27FC236}">
                <a16:creationId xmlns:a16="http://schemas.microsoft.com/office/drawing/2014/main" id="{5E340371-4EF1-7DBD-654D-B98D2E513560}"/>
              </a:ext>
            </a:extLst>
          </p:cNvPr>
          <p:cNvSpPr/>
          <p:nvPr/>
        </p:nvSpPr>
        <p:spPr>
          <a:xfrm>
            <a:off x="4953000" y="4445000"/>
            <a:ext cx="3302000" cy="3302000"/>
          </a:xfrm>
          <a:prstGeom prst="arc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Semicírculo 13">
            <a:extLst>
              <a:ext uri="{FF2B5EF4-FFF2-40B4-BE49-F238E27FC236}">
                <a16:creationId xmlns:a16="http://schemas.microsoft.com/office/drawing/2014/main" id="{F1E54374-7E3D-06C9-C13E-26122E3B89EC}"/>
              </a:ext>
            </a:extLst>
          </p:cNvPr>
          <p:cNvSpPr/>
          <p:nvPr/>
        </p:nvSpPr>
        <p:spPr>
          <a:xfrm>
            <a:off x="8890000" y="4445000"/>
            <a:ext cx="1651000" cy="1651000"/>
          </a:xfrm>
          <a:prstGeom prst="blockArc">
            <a:avLst/>
          </a:prstGeom>
          <a:solidFill>
            <a:srgbClr val="F0AA2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21192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</Words>
  <Application>Microsoft Office PowerPoint</Application>
  <PresentationFormat>Apresentação na tela (16:9)</PresentationFormat>
  <Paragraphs>21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Eric Kono</dc:creator>
  <cp:lastModifiedBy>Eric Kono</cp:lastModifiedBy>
  <cp:revision>1</cp:revision>
  <dcterms:created xsi:type="dcterms:W3CDTF">2026-07-25T08:05:58Z</dcterms:created>
  <dcterms:modified xsi:type="dcterms:W3CDTF">2026-07-25T08:05:58Z</dcterms:modified>
</cp:coreProperties>
</file>