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E6ECB-6EFD-2BE2-9B0E-4399E195C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D50D97-A574-9C4F-4A85-0F0FB28B0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BA1127-42CE-DCAE-AEB6-29C982B8E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3AF1E3-6F82-7760-06EB-0B2EBEF5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7AFD68-5CDE-0A7E-70E8-3D0401CB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99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90FD5-67E2-3605-98E6-2C97BCA0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D6B156-0A75-303D-C28A-1F6DB890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C2DF9B-72E8-1900-D394-4A56611B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00449E-5185-8A86-CD7F-43868F1E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58CCA6-8852-88CA-BFC1-AB219B38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13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6C8B5-D377-B4C8-527E-13E5D09F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F7D2EA-94DF-60F2-115E-9C9A55BB2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961F0A-761F-0D66-6311-489158BEC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C91713-70AF-D64C-43B2-463E25AE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A99366-9C84-6E17-91EB-98CADDB7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53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58426-D855-AB77-E7C5-D750A72A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D96576-C414-2A16-4F02-6D416303C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06735CD-34A7-F44F-ECD4-0B5C671F9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1AA709-592E-2569-3239-40426B09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50DB73-FD02-137D-A080-140C7248C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70ACF9-AF0C-F605-7B30-79E0E1F0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52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601AB-2266-4968-1C71-80965FBF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26FF61-0FEB-F378-EB8F-91286AD8B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AD4146-E7AD-39A0-E602-7243529A6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2918E2-CA4B-9E12-0FFA-AD9668F28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338AC6F-F61C-3A53-E19F-EA96C0123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AC9A734-B86C-ADC1-9573-86ADF339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29113A-A084-0587-133E-495BB1BD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F04DF0-BCA1-E10B-249D-5FB4E935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60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E1979-A543-1F56-CB8F-E35527EE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EED7CD-E0A2-C95E-7ADD-BBBDC853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0D741C-4E25-DD1A-C560-F99EE99E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378601-AA6D-F805-0A01-442860CB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0798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147827-232A-5FDE-958F-9017868B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A95649-454D-75A3-43DC-C2CBBB14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8FD236-2FB3-1EDC-CB3B-4029063B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95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70A5A-F603-4033-06C9-1E0B7C37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F652AF-DC2E-05D0-AB34-418E17DE1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A554A2-3026-E33D-1B75-F776EF7DD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36FBFC-1CE9-6818-C793-DA7CF28B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B1B131-BD4B-D5FA-E1C2-5E967395C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488712-B619-CE01-6076-43EE6984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027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37AA6-D32A-193B-898F-CDEB1CCD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5A2BDC-C138-7B09-6035-C2FAE406FD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79CDD4-20A5-113D-CBE0-6FF3E5F64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0AE871-4D5E-63BF-0584-FBC9A6CC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347518-ED08-74AA-B1A1-F8CF0FF3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F929BD-88A9-21C6-1CF2-7FBC1984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877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77DD5-7621-B758-BCE3-784D7724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8B0A43-FDD6-AC47-99A6-06BCD592A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2FC178-3AAE-A53B-211C-8ED9480B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FC0F84-103E-1F3E-E146-C00655C0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BFC143-09F3-B4BB-E9A2-9DFFF2EA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87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A3EE99-E457-51E1-4324-B700072A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0D41E0-2DC9-CD99-C17B-537DE5551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5EDE78-11DE-A107-D1CD-286B9A14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9B079-3408-9AD7-CAFB-5BC8C4ED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7826D4-C505-DA8C-0E29-ADA05A4E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52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106A372-9E3F-5839-346B-349299C5B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613E3D-F796-1C0C-6354-D32DB9FAD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59EA94-CF8B-9486-3CD1-EFC58C560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99739-6864-474A-9EFA-B5BCBC024A9C}" type="datetimeFigureOut">
              <a:rPr lang="pt-BR" smtClean="0"/>
              <a:t>05/10/2026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434477-1FED-AF45-B1DF-EFD941855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1758DD-A55C-EFE4-6196-B05864479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D8F39-0109-4CE4-A4AE-8C06643BCA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65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DCB3A89-9E91-63C5-02A1-77B2AB17538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 1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7D0E676-B06A-9D19-5436-013C79A70DB6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Esquerda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253C391-FAB0-C1A3-F577-87FEA2190D3B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Para cima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FAA667E-540C-505D-043D-0D8A734368CE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Direita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5E4B1C2-C87D-3461-F43E-46DF86CC7CFD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Para baixo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1F07FFA-5DAE-853F-B12E-3CC837D462DC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Diagonal ↘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0DF3C49-D122-7869-C05C-C3F2C1A30D76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Diagonal ↗</a:t>
            </a:r>
          </a:p>
        </p:txBody>
      </p:sp>
    </p:spTree>
    <p:extLst>
      <p:ext uri="{BB962C8B-B14F-4D97-AF65-F5344CB8AC3E}">
        <p14:creationId xmlns:p14="http://schemas.microsoft.com/office/powerpoint/2010/main" val="1566067195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.25 E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-0.25 E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61B0002-51A4-5F97-3133-6951AB89D30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 2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4A3A285-629B-1BB9-F536-B3866F3733E3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Arco p/ baixo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C3FB83C-BB38-E01B-6563-DE95E2F0B9D3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Arco p/ cima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1374767-B344-0F14-1EBB-4F5C233AE6BF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Arco esquerda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2AE2A1B-0112-71C8-D882-151E852D11DA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Arco direita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E89450E-4779-F319-6873-679B0005FEC6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Virar à direita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804A4B1-0411-647C-5C9C-1090454E2BD5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Virar p/ cima</a:t>
            </a:r>
          </a:p>
        </p:txBody>
      </p:sp>
    </p:spTree>
    <p:extLst>
      <p:ext uri="{BB962C8B-B14F-4D97-AF65-F5344CB8AC3E}">
        <p14:creationId xmlns:p14="http://schemas.microsoft.com/office/powerpoint/2010/main" val="466407583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-0.04 C 0.081 -0.049 0.102 -0.054 0.124 -0.054 C 0.149 -0.054 0.169 -0.049 0.183 -0.04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5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 0.067 C -0.049 0.081 -0.054 0.102 -0.054 0.124 C -0.054 0.149 -0.049 0.169 -0.04 0.183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8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 0.067 C 0.049 0.081 0.054 0.102 0.054 0.124 C 0.054 0.149 0.049 0.169 0.04 0.183 L 0 0.25 E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25 C 0 0.181 0.069 0.25 0.125 0.25 L 0.25 0.25 E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0 C 0.181 0 0.25 -0.069 0.25 -0.125 L 0.25 -0.25 E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C7AABC91-F618-E665-F777-B7260832E56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 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AA07EE6-192F-47E6-7DC1-1AF9611A0BC9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Círculo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61DDAAE-E1E9-DB2B-CD59-064A87D708E3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Losango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76203F-E850-D3BE-6FF4-0CB020F3F684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Estrela 5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0D0819E-8BC4-253A-4032-76934876A13D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8E44A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Coração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6F164E3-7CC3-5B06-0BAA-A46887E9A08A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F39C1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Laço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F0B89AC-8653-DCC1-914F-7561C7FA8AA0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6A0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Oito horizontal</a:t>
            </a:r>
          </a:p>
        </p:txBody>
      </p:sp>
    </p:spTree>
    <p:extLst>
      <p:ext uri="{BB962C8B-B14F-4D97-AF65-F5344CB8AC3E}">
        <p14:creationId xmlns:p14="http://schemas.microsoft.com/office/powerpoint/2010/main" val="594036174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5 -0.084 L 0.25 0 L 0.125 0.084 L 0 0 Z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9 0.091 L 0.125 0.091 L 0.048 0.147 L 0.077 0.238 L 0 0.182 L -0.077 0.238 L -0.048 0.147 L -0.125 0.091 L -0.029 0.091 L 0 0 Z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2 -0.018 0.033 -0.044 0.058 -0.044 C 0.095 -0.044 0.125 -0.017 0.125 0.017 C 0.125 0.028 0.122 0.038 0.116 0.047 C 0.117 0.047 0 0.182 0 0.183 C 0 0.182 -0.117 0.047 -0.116 0.047 C -0.122 0.038 -0.125 0.028 -0.125 0.017 C -0.125 -0.017 -0.095 -0.044 -0.057 -0.044 C -0.033 -0.044 -0.012 -0.018 0 0 Z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23 0.001 0.042 0.009 0.052 0.021 L 0.075 0.049 C 0.08 0.055 0.088 0.058 0.098 0.058 C 0.112 0.058 0.124 0.05 0.125 0.038 C 0.124 0.028 0.112 0.019 0.098 0.019 C 0.088 0.019 0.08 0.023 0.075 0.028 L 0.052 0.056 C 0.042 0.068 0.023 0.076 0 0.077 C -0.023 0.076 -0.042 0.068 -0.052 0.056 L -0.075 0.028 C -0.08 0.023 -0.088 0.019 -0.098 0.019 C -0.112 0.019 -0.124 0.028 -0.125 0.038 C -0.124 0.05 -0.112 0.058 -0.098 0.058 C -0.088 0.058 -0.08 0.055 -0.075 0.049 L -0.052 0.021 C -0.042 0.009 -0.023 0.001 0 0 Z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18768E6E-B10F-4B8B-CF25-71DEFF72AE81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Trajetórias 4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53A94D8-3081-0776-9528-A6E98C6B268A}"/>
              </a:ext>
            </a:extLst>
          </p:cNvPr>
          <p:cNvSpPr/>
          <p:nvPr/>
        </p:nvSpPr>
        <p:spPr>
          <a:xfrm>
            <a:off x="1524000" y="1905000"/>
            <a:ext cx="1651000" cy="1016000"/>
          </a:xfrm>
          <a:prstGeom prst="roundRect">
            <a:avLst/>
          </a:prstGeom>
          <a:solidFill>
            <a:srgbClr val="2C3E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Zigue-zague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D027C1E-80C7-C57E-0DB2-979FB23720A8}"/>
              </a:ext>
            </a:extLst>
          </p:cNvPr>
          <p:cNvSpPr/>
          <p:nvPr/>
        </p:nvSpPr>
        <p:spPr>
          <a:xfrm>
            <a:off x="5334000" y="1905000"/>
            <a:ext cx="1651000" cy="1016000"/>
          </a:xfrm>
          <a:prstGeom prst="roundRect">
            <a:avLst/>
          </a:prstGeom>
          <a:solidFill>
            <a:srgbClr val="D35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Senoide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F35822A-7D97-10BD-8BB3-C63A3E54C2EB}"/>
              </a:ext>
            </a:extLst>
          </p:cNvPr>
          <p:cNvSpPr/>
          <p:nvPr/>
        </p:nvSpPr>
        <p:spPr>
          <a:xfrm>
            <a:off x="9144000" y="1905000"/>
            <a:ext cx="1651000" cy="1016000"/>
          </a:xfrm>
          <a:prstGeom prst="roundRect">
            <a:avLst/>
          </a:prstGeom>
          <a:solidFill>
            <a:srgbClr val="7F8C8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Espiral direita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C90C43D-3566-ABD2-2417-5AD23B275F7F}"/>
              </a:ext>
            </a:extLst>
          </p:cNvPr>
          <p:cNvSpPr/>
          <p:nvPr/>
        </p:nvSpPr>
        <p:spPr>
          <a:xfrm>
            <a:off x="1524000" y="4445000"/>
            <a:ext cx="1651000" cy="1016000"/>
          </a:xfrm>
          <a:prstGeom prst="roundRect">
            <a:avLst/>
          </a:prstGeom>
          <a:solidFill>
            <a:srgbClr val="3449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Mola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B44ACEC-7214-1983-56F6-A3DAFC2A30A7}"/>
              </a:ext>
            </a:extLst>
          </p:cNvPr>
          <p:cNvSpPr/>
          <p:nvPr/>
        </p:nvSpPr>
        <p:spPr>
          <a:xfrm>
            <a:off x="5334000" y="4445000"/>
            <a:ext cx="1651000" cy="10160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Quicar esquerda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6B00F93-A24B-95A1-EC06-08ACE4828CEF}"/>
              </a:ext>
            </a:extLst>
          </p:cNvPr>
          <p:cNvSpPr/>
          <p:nvPr/>
        </p:nvSpPr>
        <p:spPr>
          <a:xfrm>
            <a:off x="9144000" y="4445000"/>
            <a:ext cx="1651000" cy="1016000"/>
          </a:xfrm>
          <a:prstGeom prst="roundRect">
            <a:avLst/>
          </a:prstGeom>
          <a:solidFill>
            <a:srgbClr val="1ABC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00" b="1">
                <a:solidFill>
                  <a:srgbClr val="FFFFFF"/>
                </a:solidFill>
              </a:rPr>
              <a:t>Escada</a:t>
            </a:r>
          </a:p>
        </p:txBody>
      </p:sp>
    </p:spTree>
    <p:extLst>
      <p:ext uri="{BB962C8B-B14F-4D97-AF65-F5344CB8AC3E}">
        <p14:creationId xmlns:p14="http://schemas.microsoft.com/office/powerpoint/2010/main" val="2612305752"/>
      </p:ext>
    </p:extLst>
  </p:cSld>
  <p:clrMapOvr>
    <a:masterClrMapping/>
  </p:clrMapOvr>
  <p:transition advTm="1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6 0.099 L 0.031 0 L 0.047 0.099 L 0.063 0 L 0.078 0.099 L 0.094 0 L 0.109 0.099 L 0.125 0 L 0.141 0.099 L 0.156 0 L 0.172 0.099 L 0.187 0 L 0.203 0.099 L 0.219 0 L 0.234 0.099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4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 -0.019 0.007 -0.037 0.015 -0.037 C 0.024 -0.037 0.027 -0.019 0.03 0 C 0.034 0.021 0.037 0.042 0.047 0.042 C 0.056 0.042 0.059 0.021 0.063 0 C 0.065 -0.019 0.069 -0.037 0.078 -0.037 C 0.086 -0.037 0.09 -0.019 0.093 0 C 0.096 0.021 0.1 0.042 0.109 0.042 C 0.118 0.042 0.125 0 0.125 0 C 0.128 -0.019 0.131 -0.037 0.14 -0.037 C 0.149 -0.037 0.152 -0.019 0.155 0 C 0.159 0.021 0.162 0.042 0.172 0.042 C 0.181 0.042 0.184 0.021 0.187 0 C 0.191 -0.019 0.194 -0.037 0.203 -0.037 C 0.211 -0.037 0.215 -0.019 0.218 0 C 0.221 0.021 0.225 0.042 0.234 0.042 C 0.243 0.042 0.246 0.021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4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 -0.067 0.046 -0.125 0.113 -0.129 C 0.177 -0.134 0.237 -0.089 0.241 -0.024 C 0.246 0.036 0.204 0.092 0.144 0.096 C 0.089 0.099 0.037 0.062 0.033 0.006 C 0.029 -0.045 0.064 -0.093 0.115 -0.097 C 0.162 -0.1 0.206 -0.069 0.209 -0.022 C 0.212 0.02 0.184 0.061 0.142 0.063 C 0.104 0.066 0.068 0.042 0.065 0.004 C 0.063 -0.03 0.084 -0.063 0.117 -0.065 C 0.146 -0.067 0.175 -0.049 0.177 -0.02 C 0.179 0.005 0.164 0.029 0.14 0.031 C 0.12 0.033 0.099 0.022 0.098 0.002 C 0.096 -0.014 0.104 -0.031 0.119 -0.033 C 0.131 -0.033 0.143 -0.029 0.145 -0.018 C 0.146 -0.011 0.144 -0.004 0.138 -0.001 C 0.135 0 0.133 0 0.13 -0.001 E" pathEditMode="relative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5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66 0.006 -0.115 0.021 -0.115 0.033 C -0.115 0.044 -0.067 0.052 -0.003 0.052 C 0.061 0.052 0.115 0.044 0.115 0.033 C 0.115 0.021 0.059 0.018 -0.005 0.026 C -0.068 0.035 -0.115 0.05 -0.115 0.061 C -0.115 0.072 -0.066 0.081 -0.003 0.081 C 0.061 0.081 0.115 0.072 0.115 0.061 C 0.115 0.05 0.059 0.047 -0.004 0.055 C -0.068 0.063 -0.115 0.078 -0.115 0.089 C -0.115 0.101 -0.066 0.11 -0.002 0.11 C 0.061 0.11 0.115 0.101 0.115 0.089 C 0.115 0.079 0.059 0.076 -0.004 0.083 C -0.067 0.091 -0.115 0.107 -0.115 0.118 C -0.115 0.129 -0.065 0.138 -0.002 0.138 C 0.063 0.138 0.115 0.129 0.115 0.118 C 0.115 0.107 0.06 0.104 -0.003 0.112 C -0.066 0.12 -0.115 0.135 -0.115 0.146 C -0.115 0.158 -0.065 0.166 -0.001 0.166 C 0.063 0.166 0.115 0.157 0.115 0.146 C 0.115 0.135 0.06 0.132 -0.003 0.14 C -0.066 0.148 -0.115 0.164 -0.115 0.174 C -0.115 0.185 -0.064 0.194 -0.001 0.194 C 0.063 0.194 0.115 0.185 0.115 0.174 C 0.115 0.164 0.061 0.161 -0.003 0.168 C -0.066 0.176 -0.115 0.192 -0.115 0.203 C -0.115 0.213 -0.064 0.223 0 0.223 C 0.064 0.223 0.115 0.214 0.115 0.203 C 0.115 0.192 0.061 0.189 -0.002 0.197 C -0.065 0.205 -0.116 0.22 -0.115 0.231 C -0.114 0.242 -0.064 0.25 0 0.25 C 0.064 0.25 0.115 0.241 0.115 0.23 C 0.115 0.22 0.063 0.217 0 0.226 E" pathEditMode="relative" ptsTypes="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 -0.008 -0.018 -0.016 -0.023 -0.016 c -0.031 0 -0.063 0.125 -0.063 0.25 c 0 -0.063 -0.016 -0.125 -0.031 -0.125 c -0.016 0 -0.031 0.063 -0.031 0.125 c 0 -0.031 -0.008 -0.063 -0.016 -0.063 c -0.008 0 -0.016 0.031 -0.016 0.063 c 0 -0.016 -0.004 -0.031 -0.008 -0.031 c -0.004 0 -0.008 0.016 -0.008 0.031 c 0 -0.008 -0.002 -0.016 -0.004 -0.016 c -0.001 0 -0.004 0.008 -0.004 0.016 c 0 -0.004 -0.001 -0.008 -0.002 -0.008 c 0 -0.001 -0.002 0.004 -0.002 0.008 c 0 -0.002 0 -0.004 -0.001 -0.004 c 0 0.001 -0.001 0.002 -0.001 0.004 c 0 -0.001 0 -0.002 0 -0.003 c -0.001 0 -0.001 0.001 -0.001 0.002 c -0.001 0 -0.001 -0.001 -0.001 -0.002 c -0.001 0 -0.001 0.001 -0.001 0.002 E" pathEditMode="relative" ptsTypes="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6 0 l 0 0.036 l 0.036 0 l 0 0.036 l 0.036 0 l 0 0.036 l 0.036 0 l 0 0.036 l 0.036 0 l 0 0.036 l 0.036 0 l 0 0.036 l 0.036 0 l 0 0.036 E" pathEditMode="relative" ptsTypes="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Personalizar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2026-10-05T20:53:27Z</dcterms:created>
  <dcterms:modified xsi:type="dcterms:W3CDTF">2026-10-05T20:53:27Z</dcterms:modified>
</cp:coreProperties>
</file>