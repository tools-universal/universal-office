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F645C-81DF-70A0-B868-9DF1A4E75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0D423B-4551-DFAC-F5F3-DA560A3DD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8E3E1B-6E0A-67D8-E3F5-60B49B78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F2FEC0-B5A3-CE9A-564F-A3213389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EB188-83CF-0880-C0C8-90557242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13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58901-9BC5-1EE7-010A-EE616064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E9314-B9E0-4DF8-EAFA-E3D448E74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97C045-95CE-5B6A-A246-367301E7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21AF12-DF5A-401C-56C1-19EEB94B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2D4FAA-D307-61AF-8C30-58574AD2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71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1B39C-1E16-275F-5B5B-84F9EC2A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13FD30-02CC-AA42-22FF-95EBD85EC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24D95A-28EC-B6A5-6843-531F7EB0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89931E-551D-6E5D-FC1F-ED3FEF73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BBEBFB-464F-E2DD-5168-D0E0D991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68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06B24-D2F3-AEFE-1A07-5FF5E497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EB7880-6C60-FCCC-E3E1-5EDD9C9F8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AE9FE9-DBE8-A5C1-BB4C-28B601CB4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8B1B63-6111-FD98-9E4B-CC0BE1F2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DB6BDA-667E-3F8C-2993-245028F5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1A1519-A3E5-DBCD-090B-57C9E303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49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986D4-6F19-8C61-D959-FC1218ED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3BBF37-9CB0-40D5-B626-3196E700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A1B0BE-7234-C454-7156-0AEC83B31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7595C1-586D-A58D-177B-997962A85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79F88B-C094-7163-6696-42D38B66A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30DB9A-AC2B-8243-B153-01B11A75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C213CF-BD82-4D23-1B67-FACA6880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6FCAAD-3B17-54E5-FE1D-370DC4E9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39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676B2-9609-6DE5-19D9-5E1271E9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6E71FC-0FC2-2881-062C-5B543AB5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0D9011-F2CE-CCC4-D0D4-C20D3795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E2483-9D39-97D8-542C-0B4475DF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0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DA3689-19D7-4BEA-1CB2-5F342B1D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5FB7C2-ECB9-2CB6-BD8B-57B4796B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7C6B8A-ED64-C5A8-06F6-D45CB868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4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D4447-02CC-DA9A-EFBD-A3FD20D2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5896F-1A8D-F5F6-37C0-7E4385335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E0484A-F5B5-EC53-CE64-0D31710FD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5276C1-0464-44B8-AED3-B018D324C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D6A010-485E-203C-AEF7-84BE93D0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4D9688-0CF9-E3CB-53BC-90CFA39D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44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0795A-3C8F-C880-613B-DAF59EB1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D9327B-8FC8-D4FB-38EE-EC1A90C6E3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93A86F-87EC-4020-9557-4547397FB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85200A-9B42-C0AC-D1E1-AB30220E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44E07D-4E90-FF95-A0F1-910812CE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86BB29-84E1-6CCC-E5A4-14843EBF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71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0718E-3EAB-CE97-4270-9E2EF34A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40FF1A-F12C-4D29-07F0-0155481F1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A2E3DB-F3A0-D7BA-76BB-8713C7AF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92DA11-22AB-DB3E-B666-26C71333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B3EFED-8B91-CE29-A633-2479E206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69B783-A44A-5C61-E160-6695A792A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CD4C53-49DC-20DD-6F1F-84A234A9A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75DBD8-DAED-AC54-566D-05CDC23F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BE819D-C855-1205-D785-09381265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AE29F3-B82F-5565-C8A4-133DEDCC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79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28288F-46F1-DF1B-DE0B-C39BEE08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1F4D3C-A8A6-123E-932C-7814E3C1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4932B9-83A4-CA80-4F32-0A6306816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FD36D-B1AF-4E4E-B69D-D01AF5A7C59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AA152C-0910-419B-4FA8-6C20D486D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BDAE86-B9DF-0033-FC85-51F7837B7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F62FF-F7E1-46B4-AC6A-5A55693657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79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C41958E-B7D6-A7DB-6CBA-6CF02E586AE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E1A3911-D76D-9529-3694-591E78B3A7BB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RightTriangle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C1BE07B-6FF2-D106-7866-576E0B92B667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Hexagon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1074DB7-B584-C32A-1D43-2CE1C423FE54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CrescentMoon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03490DC-6C27-F315-6650-9FB5D30C4DE4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Square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889BD2F-D5F3-10BB-253F-4699DB0E2F46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Trapezoid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218C4AE-28EF-257B-6857-CE3AE6BAC977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Octagon</a:t>
            </a:r>
          </a:p>
        </p:txBody>
      </p:sp>
    </p:spTree>
    <p:extLst>
      <p:ext uri="{BB962C8B-B14F-4D97-AF65-F5344CB8AC3E}">
        <p14:creationId xmlns:p14="http://schemas.microsoft.com/office/powerpoint/2010/main" val="245948335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L 0.25 0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L 0.188 0.109 L 0.125 0.217 L 0 0.217 L -0.063 0.109 L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 -0.005 -0.029 -0.009 -0.044 -0.009 C -0.114 -0.009 -0.169 0.048 -0.169 0.117 C -0.169 0.185 -0.114 0.241 -0.044 0.241 C -0.029 0.241 -0.014 0.238 0 0.233 C -0.047 0.215 -0.08 0.17 -0.08 0.117 C -0.08 0.063 -0.047 0.018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L 0.25 0.25 L 0 0.25 L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7 0 L 0.21 0.167 L -0.04 0.167 L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73 L 0.177 -0.073 L 0.25 0 L 0.25 0.104 L 0.177 0.177 L 0.073 0.177 L 0 0.104 L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8B370B2-7961-8248-216E-F4B19C69E3A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1CF3D5-72A2-0D02-0C2E-69E7BE3AFFE4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6PointStar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ECC675B-15B4-401D-9548-9E4A4FBF2ABC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Football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3878F4D-3A66-D0A4-9562-EE2E93442CD2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EqualTriangle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25620B7-4CB4-A9AF-1607-407C8AAA3ABD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Parallelogram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3F964E0-FEBE-11F2-DE41-C06EB5C5AB83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Pentagon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57E0C60-65B9-019E-94B1-77783AD53FF7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4PointStar</a:t>
            </a:r>
          </a:p>
        </p:txBody>
      </p:sp>
    </p:spTree>
    <p:extLst>
      <p:ext uri="{BB962C8B-B14F-4D97-AF65-F5344CB8AC3E}">
        <p14:creationId xmlns:p14="http://schemas.microsoft.com/office/powerpoint/2010/main" val="79637683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62 L 0.108 0.062 L 0.072 0.125 L 0.108 0.187 L 0.036 0.187 L 0 0.25 L -0.036 0.187 L -0.108 0.187 L -0.072 0.125 L -0.108 0.062 L -0.036 0.062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 -0.038 0.075 -0.062 0.125 -0.062 C 0.175 -0.062 0.22 -0.038 0.25 0 C 0.22 0.038 0.175 0.062 0.125 0.062 C 0.075 0.062 0.03 0.038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216 L -0.125 0.216 L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 0 L 0.25 0.121 L 0.072 0.121 L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091 L 0.077 0.238 L -0.077 0.238 L -0.125 0.091 L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1 -0.034 L 0.125 -0.125 L 0.158 -0.034 L 0.249 0 L 0.158 0.034 L 0.125 0.125 L 0.091 0.034 L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F2A1879-3819-9A41-8029-7E6D8A7A170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6B0F69B-B223-E97D-0920-3E88BD0BE873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8PointStar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3C0C757-D20F-FD72-83BF-FAB17A64B1C5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Teardrop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37C6F67-CAD5-7298-48D7-DF0964361934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PointyStar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78D166D-CA97-6288-A728-CBE5896DA3A7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CurvedSquare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CEF4E3E-B3E8-23D0-E7A1-48DAD91E295D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CurvedX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4EE3545-BEA1-075D-D20F-344966CDA145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VerticalFigure8</a:t>
            </a:r>
          </a:p>
        </p:txBody>
      </p:sp>
    </p:spTree>
    <p:extLst>
      <p:ext uri="{BB962C8B-B14F-4D97-AF65-F5344CB8AC3E}">
        <p14:creationId xmlns:p14="http://schemas.microsoft.com/office/powerpoint/2010/main" val="260367553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37 L 0.125 0 L 0.177 0 L 0.177 0.052 L 0.213 0.089 L 0.177 0.125 L 0.177 0.177 L 0.125 0.177 L 0.089 0.213 L 0.052 0.177 L 0 0.177 L 0 0.125 L -0.037 0.089 L 0 0.052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4 -0.056 0.124 -0.125 C 0.124 -0.056 0.179 -0.001 0.248 -0.001 C 0.179 -0.001 0.125 0.056 0.125 0.125 C 0.125 0.056 0.069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32 0.026 -0.058 0.058 -0.058 L 0.192 -0.058 C 0.224 -0.058 0.25 -0.032 0.25 0 L 0.25 0.132 C 0.25 0.164 0.224 0.191 0.192 0.191 L 0.058 0.191 C 0.026 0.191 0 0.164 0 0.132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6 0.006 0.011 0.011 0.015 0.017 C 0.02 0.011 0.024 0.006 0.03 0 C 0.065 -0.035 0.107 -0.05 0.124 -0.034 C 0.14 -0.017 0.125 0.025 0.09 0.06 C 0.084 0.065 0.079 0.07 0.073 0.075 C 0.079 0.079 0.084 0.084 0.09 0.09 C 0.125 0.125 0.14 0.167 0.124 0.183 C 0.107 0.2 0.065 0.185 0.03 0.15 C 0.024 0.144 0.02 0.139 0.015 0.133 C 0.011 0.139 0.006 0.144 0 0.15 C -0.035 0.185 -0.077 0.2 -0.094 0.183 C -0.11 0.167 -0.095 0.125 -0.06 0.09 C -0.054 0.084 -0.049 0.079 -0.043 0.075 C -0.049 0.07 -0.054 0.065 -0.06 0.06 C -0.095 0.025 -0.11 -0.017 -0.094 -0.034 C -0.077 -0.05 -0.035 -0.035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3 0 0.06 0.027 0.06 0.06 C 0.06 0.099 0.03 0.113 0.012 0.119 L -0.012 0.125 C -0.03 0.131 -0.06 0.146 -0.06 0.19 C -0.06 0.218 -0.033 0.25 0 0.25 C 0.033 0.25 0.06 0.218 0.06 0.19 C 0.06 0.146 0.03 0.131 0.012 0.125 L -0.012 0.119 C -0.03 0.113 -0.06 0.099 -0.06 0.06 C -0.06 0.027 -0.033 0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39A2408-D9F8-9683-53B6-864552805E8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F86FC22-E3A0-9831-00B6-0BD766E6D23B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CurvyStar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8423F10-E528-2EEE-F1BC-29B955AD6CE8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Buzzsaw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B59F86-CDDB-8B1B-AE7D-FF9A23B83CFA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Peanut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A5F5C70-44B8-B36F-77F9-A2BB70104BBE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Figure8Four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F241292-622E-388C-9FA7-B92B7CDC2BCA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Neutron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B5E2A99-0BB7-5046-C3DF-5772384AFA11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Swoosh</a:t>
            </a:r>
          </a:p>
        </p:txBody>
      </p:sp>
    </p:spTree>
    <p:extLst>
      <p:ext uri="{BB962C8B-B14F-4D97-AF65-F5344CB8AC3E}">
        <p14:creationId xmlns:p14="http://schemas.microsoft.com/office/powerpoint/2010/main" val="268936338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2 0.058 0.1 0.152 0.077 0.238 C -0.015 0.233 -0.093 0.173 -0.125 0.091 C -0.047 0.04 0.051 0.043 0.125 0.091 C 0.092 0.178 0.011 0.233 -0.077 0.238 C -0.101 0.148 -0.068 0.056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2 -0.017 -0.033 -0.046 -0.027 -0.075 C -0.024 -0.085 -0.02 -0.095 -0.014 -0.103 C -0.01 -0.08 0.004 -0.059 0.025 -0.046 C 0.025 -0.074 0.041 -0.101 0.068 -0.113 C 0.077 -0.118 0.087 -0.12 0.097 -0.121 C 0.082 -0.104 0.074 -0.08 0.077 -0.055 C 0.099 -0.073 0.13 -0.077 0.157 -0.064 C 0.166 -0.06 0.175 -0.053 0.181 -0.046 C 0.158 -0.048 0.134 -0.039 0.117 -0.021 C 0.144 -0.015 0.167 0.006 0.174 0.035 C 0.176 0.045 0.176 0.055 0.174 0.065 C 0.161 0.046 0.139 0.033 0.115 0.031 C 0.127 0.056 0.124 0.087 0.106 0.11 C 0.099 0.118 0.091 0.125 0.082 0.129 C 0.089 0.107 0.085 0.082 0.072 0.062 C 0.06 0.087 0.034 0.104 0.004 0.104 C -0.007 0.104 -0.017 0.102 -0.026 0.098 C -0.004 0.09 0.013 0.071 0.021 0.048 C -0.007 0.054 -0.036 0.045 -0.055 0.022 C -0.062 0.013 -0.066 0.004 -0.069 -0.006 C -0.049 0.007 -0.023 0.009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2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8 0 0.069 0.031 0.069 0.069 C 0.069 0.094 0.056 0.116 0.037 0.129 C 0.037 0.129 0.036 0.129 0.036 0.129 C 0.029 0.134 0.025 0.142 0.025 0.151 C 0.025 0.159 0.029 0.166 0.034 0.171 C 0.042 0.179 0.047 0.191 0.047 0.203 C 0.047 0.229 0.026 0.25 0 0.25 C -0.026 0.25 -0.047 0.229 -0.047 0.203 C -0.047 0.191 -0.042 0.179 -0.034 0.171 C -0.029 0.166 -0.026 0.159 -0.026 0.151 C -0.026 0.142 -0.03 0.134 -0.036 0.129 C -0.036 0.129 -0.037 0.129 -0.037 0.129 C -0.057 0.116 -0.07 0.094 -0.07 0.069 C -0.07 0.031 -0.039 0 0 0 C 0 0 0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 0 0.031 0.014 0.031 0.031 C 0.031 0.049 0.017 0.063 0 0.063 C -0.017 0.063 -0.031 0.077 -0.031 0.094 C -0.031 0.111 -0.017 0.125 0 0.125 C 0.017 0.125 0.031 0.139 0.031 0.156 C 0.031 0.173 0.017 0.187 0 0.187 C -0.017 0.187 -0.031 0.201 -0.031 0.219 C -0.031 0.236 -0.017 0.25 0 0.25 C 0.017 0.25 0.031 0.236 0.031 0.219 C 0.031 0.201 0.017 0.187 0 0.187 C -0.017 0.187 -0.031 0.173 -0.031 0.156 C -0.031 0.139 -0.017 0.125 0 0.125 C 0.017 0.125 0.031 0.111 0.031 0.094 C 0.031 0.077 0.017 0.063 0 0.063 C -0.017 0.063 -0.031 0.049 -0.031 0.031 C -0.031 0.014 -0.017 0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0.017 -0.065 0.017 -0.065 C 0.034 -0.118 0.061 -0.139 0.1 -0.139 C 0.12 -0.139 0.138 -0.131 0.152 -0.118 C 0.162 -0.109 0.174 -0.104 0.187 -0.104 C 0.212 -0.104 0.233 -0.122 0.241 -0.148 C 0.241 -0.148 0.25 -0.179 0.25 -0.179 C 0.25 -0.179 0.232 -0.113 0.232 -0.113 C 0.215 -0.061 0.188 -0.04 0.15 -0.04 C 0.13 -0.04 0.111 -0.048 0.096 -0.062 C 0.087 -0.07 0.075 -0.075 0.063 -0.075 C 0.038 -0.075 0.017 -0.057 0.009 -0.031 C 0.009 -0.031 0 0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AF8386D-C0AE-FB70-0F5A-9B1F5E88AAA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Trajetórias+ 5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F0D7A84-DD0B-0F97-E220-FE71EB2248A5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Bean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7677B85-7439-442E-BE77-13CD9DB70F34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Plus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A13862B-0660-C49A-4ED8-62CFC2049C91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InvertedTriangle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48199E3-FA15-8514-08F4-BF02B160CEB2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InvertedSquare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127904A-865E-C455-4559-10BE6136CF6F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SCurve2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3BA1C1-B91A-A340-74A0-D24992FAFDF1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Heartbeat</a:t>
            </a:r>
          </a:p>
        </p:txBody>
      </p:sp>
    </p:spTree>
    <p:extLst>
      <p:ext uri="{BB962C8B-B14F-4D97-AF65-F5344CB8AC3E}">
        <p14:creationId xmlns:p14="http://schemas.microsoft.com/office/powerpoint/2010/main" val="418354345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-0.003 0.012 -0.034 0.037 -0.032 C 0.075 -0.029 0.09 -0.007 0.125 -0.029 C 0.147 -0.042 0.173 -0.075 0.192 -0.074 C 0.235 -0.073 0.244 -0.039 0.244 -0.008 C 0.245 0.036 0.189 0.073 0.121 0.077 C 0.052 0.08 -0.005 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8 -0.118 0.132 -0.118 0.011 0 C 0.132 -0.118 0.132 0.132 0.011 0.011 C 0.132 0.132 -0.118 0.132 0 0.011 C -0.118 0.132 -0.118 -0.118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 0.024 0.037 0.049 0.055 0.059 C 0.082 0.075 0.108 0.081 0.113 0.073 C 0.117 0.065 0.099 0.045 0.072 0.029 C 0.054 0.019 0.021 0.012 -0.008 0.011 C -0.036 0.012 -0.07 0.019 -0.088 0.029 C -0.115 0.045 -0.133 0.065 -0.128 0.073 C -0.123 0.081 -0.097 0.075 -0.071 0.059 C -0.053 0.049 -0.03 0.024 -0.016 0 C -0.001 -0.025 0.009 -0.058 0.009 -0.079 C 0.009 -0.111 0.002 -0.136 -0.008 -0.136 C -0.017 -0.136 -0.025 -0.111 -0.025 -0.079 C -0.025 -0.058 -0.014 -0.025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04 0.01 -0.006 0.015 -0.006 C 0.022 -0.006 0.029 -0.003 0.033 0.002 C 0.05 0.022 0.063 0.066 0.063 0.118 C 0.063 0.118 0.063 0.119 0.063 0.119 C 0.063 0.119 0.063 0.12 0.063 0.12 C 0.063 0.172 0.05 0.217 0.033 0.237 C 0.029 0.241 0.022 0.244 0.015 0.244 C 0.01 0.244 0.004 0.242 0 0.238 C -0.004 0.234 -0.006 0.229 -0.006 0.223 C -0.006 0.216 -0.003 0.21 0.002 0.206 C 0.022 0.188 0.066 0.175 0.118 0.175 C 0.118 0.175 0.119 0.175 0.119 0.175 C 0.119 0.175 0.12 0.175 0.12 0.175 C 0.172 0.175 0.217 0.188 0.237 0.206 C 0.241 0.21 0.244 0.216 0.244 0.223 C 0.244 0.229 0.242 0.234 0.238 0.238 C 0.234 0.242 0.229 0.244 0.223 0.244 C 0.216 0.244 0.21 0.241 0.206 0.237 C 0.188 0.217 0.175 0.172 0.175 0.12 C 0.175 0.12 0.175 0.119 0.175 0.119 C 0.175 0.119 0.175 0.118 0.175 0.118 C 0.175 0.066 0.188 0.022 0.206 0.001 C 0.21 -0.003 0.216 -0.006 0.223 -0.006 C 0.229 -0.006 0.234 -0.004 0.238 0 C 0.242 0.004 0.244 0.01 0.244 0.015 C 0.244 0.022 0.241 0.028 0.237 0.033 C 0.217 0.05 0.172 0.063 0.12 0.063 C 0.12 0.063 0.12 0.063 0.119 0.063 C 0.119 0.063 0.118 0.063 0.118 0.063 C 0.066 0.063 0.022 0.05 0.002 0.033 C -0.003 0.028 -0.006 0.022 -0.006 0.015 C -0.006 0.01 -0.004 0.004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5 0.028 0.062 0.062 0.062 C 0.097 0.062 0.125 0.035 0.125 0 C 0.125 -0.035 0.153 -0.062 0.188 -0.062 C 0.222 -0.062 0.25 -0.035 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 0 C 0.025 0 0.034 -0.014 0.042 -0.016 C 0.048 -0.016 0.059 -0.003 0.064 -0.003 C 0.071 -0.003 0.078 -0.007 0.091 -0.007 L 0.1 -0.162 L 0.11 0.025 L 0.122 0 L 0.132 -0.007 L 0.156 -0.001 C 0.167 -0.004 0.176 -0.017 0.187 -0.022 C 0.191 -0.023 0.2 -0.024 0.206 -0.022 C 0.212 -0.02 0.217 -0.006 0.219 -0.005 C 0.222 -0.001 0.229 -0.005 0.233 -0.003 L 0.239 0 L 0.25 0 E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C03A8C9-1432-F497-9662-BD845C04B4C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Trajetórias+ 6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163B5D3-94B4-E189-FC6E-48A17A541041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E2E6BFD-EBD2-37C3-2376-3E2E80DA063F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CurvyLeft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4A82E7A-3C0E-92FD-FD32-D741A03B6AC0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TurnDown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F9533A3-F3B5-1CCF-7848-7521972590D0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Funnel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B1FD0A8-EC1B-3113-B85E-E1DF263F0CB4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BounceRight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C1B1A43-7597-5D8C-7272-1A32D49B205F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SpiralLeft</a:t>
            </a:r>
          </a:p>
        </p:txBody>
      </p:sp>
    </p:spTree>
    <p:extLst>
      <p:ext uri="{BB962C8B-B14F-4D97-AF65-F5344CB8AC3E}">
        <p14:creationId xmlns:p14="http://schemas.microsoft.com/office/powerpoint/2010/main" val="304868968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63 0.009 0.108 0.016 0.108 C 0.023 0.108 0.029 0.063 0.031 0 C 0.034 0.063 0.04 0.108 0.047 0.108 C 0.054 0.108 0.06 0.063 0.062 0 C 0.065 0.063 0.071 0.108 0.078 0.108 C 0.085 0.108 0.092 0.063 0.094 0 C 0.096 0.063 0.102 0.108 0.11 0.108 C 0.116 0.108 0.123 0.063 0.125 0 C 0.127 0.063 0.134 0.108 0.141 0.108 C 0.148 0.108 0.154 0.063 0.156 0 C 0.159 0.063 0.165 0.108 0.172 0.108 C 0.179 0.108 0.185 0.063 0.188 0 C 0.19 0.063 0.196 0.108 0.203 0.108 C 0.21 0.108 0.217 0.063 0.219 0 C 0.221 0.063 0.227 0.108 0.235 0.108 C 0.242 0.108 0.248 0.063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08 0.017 0.016 0.021 0.026 C 0.025 0.037 0.027 0.05 0.029 0.063 C 0.031 0.076 0.029 0.087 0.027 0.099 C 0.025 0.11 0.022 0.122 0.015 0.132 C 0.009 0.142 -0.001 0.15 -0.012 0.156 C -0.022 0.162 -0.034 0.166 -0.046 0.168 C -0.058 0.17 -0.07 0.17 -0.081 0.168 C -0.093 0.166 -0.104 0.161 -0.113 0.153 C -0.122 0.146 -0.13 0.137 -0.134 0.126 C -0.139 0.116 -0.141 0.102 -0.141 0.091 C -0.142 0.08 -0.141 0.067 -0.136 0.056 C -0.131 0.046 -0.122 0.038 -0.11 0.034 C -0.098 0.031 -0.086 0.035 -0.078 0.042 C -0.071 0.049 -0.066 0.06 -0.065 0.073 C -0.065 0.086 -0.066 0.098 -0.071 0.108 C -0.076 0.118 -0.075 0.12 -0.095 0.133 C -0.113 0.147 -0.131 0.143 -0.142 0.144 C -0.153 0.144 -0.162 0.14 -0.173 0.136 C -0.185 0.131 -0.195 0.122 -0.202 0.114 C -0.209 0.106 -0.212 0.096 -0.216 0.08 C -0.219 0.064 -0.219 0.056 -0.219 0.044 C -0.219 0.032 -0.219 0.02 -0.219 0.008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69 0.25 0.125 L 0.25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 0.025 0.06 0.047 0.137 0.048 C 0.198 0.05 0.248 0.038 0.249 0.023 C 0.249 0.008 0.2 -0.006 0.138 -0.007 C 0.107 -0.007 0.079 -0.005 0.059 0 C 0.03 0.007 0.013 0.018 0.013 0.031 C 0.013 0.038 0.018 0.045 0.027 0.051 C 0.048 0.064 0.089 0.073 0.136 0.074 C 0.191 0.076 0.236 0.065 0.236 0.052 C 0.237 0.038 0.192 0.026 0.137 0.024 C 0.109 0.024 0.084 0.026 0.065 0.03 C 0.04 0.037 0.024 0.048 0.024 0.059 C 0.024 0.065 0.029 0.071 0.037 0.077 C 0.056 0.088 0.092 0.097 0.135 0.098 C 0.185 0.099 0.225 0.089 0.225 0.077 C 0.226 0.065 0.186 0.054 0.136 0.053 C 0.111 0.052 0.088 0.054 0.071 0.058 C 0.048 0.064 0.035 0.073 0.035 0.084 C 0.035 0.089 0.039 0.095 0.046 0.1 C 0.063 0.11 0.096 0.118 0.134 0.119 C 0.179 0.119 0.215 0.111 0.215 0.1 C 0.215 0.089 0.18 0.079 0.135 0.078 C 0.113 0.078 0.092 0.08 0.077 0.083 C 0.056 0.088 0.044 0.097 0.043 0.106 C 0.043 0.111 0.048 0.116 0.054 0.12 C 0.069 0.13 0.099 0.137 0.133 0.137 C 0.173 0.138 0.206 0.131 0.206 0.121 C 0.207 0.111 0.174 0.102 0.134 0.101 C 0.114 0.101 0.095 0.102 0.082 0.106 C 0.063 0.11 0.052 0.118 0.052 0.126 C 0.052 0.131 0.055 0.135 0.061 0.139 C 0.075 0.148 0.101 0.154 0.132 0.155 C 0.169 0.155 0.198 0.149 0.198 0.14 C 0.199 0.131 0.17 0.123 0.133 0.122 C 0.115 0.122 0.099 0.123 0.087 0.126 C 0.07 0.13 0.06 0.137 0.06 0.145 C 0.06 0.149 0.063 0.152 0.068 0.156 C 0.08 0.164 0.104 0.169 0.132 0.17 C 0.165 0.171 0.191 0.165 0.191 0.156 C 0.191 0.149 0.166 0.141 0.133 0.141 C 0.116 0.14 0.101 0.142 0.09 0.144 C 0.075 0.148 0.066 0.154 0.066 0.161 C 0.066 0.165 0.069 0.168 0.074 0.171 C 0.085 0.178 0.107 0.183 0.131 0.184 C 0.161 0.185 0.185 0.179 0.185 0.172 C 0.185 0.164 0.161 0.158 0.132 0.157 C 0.118 0.157 0.104 0.158 0.094 0.161 C 0.08 0.164 0.072 0.169 0.072 0.176 C 0.072 0.179 0.075 0.182 0.079 0.185 C 0.089 0.191 0.108 0.196 0.131 0.196 C 0.157 0.197 0.179 0.192 0.179 0.185 C 0.179 0.179 0.158 0.173 0.131 0.173 C 0.119 0.172 0.106 0.173 0.097 0.175 C 0.085 0.179 0.078 0.184 0.078 0.189 C 0.078 0.192 0.08 0.195 0.084 0.197 C 0.093 0.203 0.11 0.207 0.131 0.208 C 0.155 0.208 0.174 0.203 0.174 0.198 C 0.174 0.192 0.155 0.186 0.131 0.186 C 0.119 0.186 0.108 0.187 0.101 0.189 C 0.089 0.191 0.083 0.196 0.083 0.201 C 0.083 0.203 0.085 0.206 0.088 0.208 C 0.096 0.214 0.112 0.217 0.13 0.218 C 0.152 0.218 0.169 0.214 0.169 0.209 C 0.169 0.203 0.152 0.199 0.131 0.198 C 0.12 0.198 0.11 0.199 0.103 0.201 C 0.093 0.203 0.087 0.207 0.087 0.212 C 0.087 0.214 0.089 0.216 0.092 0.218 E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08 0.018 -0.016 0.023 -0.016 c 0.031 0 0.063 0.125 0.063 0.25 c 0 -0.063 0.016 -0.125 0.031 -0.125 c 0.016 0 0.031 0.063 0.031 0.125 c 0 -0.031 0.008 -0.063 0.016 -0.063 c 0.008 0 0.016 0.031 0.016 0.063 c 0 -0.016 0.004 -0.031 0.008 -0.031 c 0.004 0 0.008 0.016 0.008 0.031 c 0 -0.008 0.002 -0.016 0.004 -0.016 c 0.001 0 0.004 0.008 0.004 0.016 c 0 -0.004 0.001 -0.008 0.002 -0.008 c 0 0.001 0.002 0.004 0.002 0.008 c 0 -0.002 0 -0.004 0.001 -0.004 c 0 0.001 0.001 0.002 0.001 0.004 c 0 -0.001 0 -0.002 0 -0.003 c 0.001 0 0.001 0.001 0.001 0.002 c 0.001 0 0.001 -0.001 0.001 -0.002 c 0.001 0 0.001 0.001 0.001 0.002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67 -0.046 -0.125 -0.113 -0.129 C -0.177 -0.134 -0.237 -0.089 -0.241 -0.024 C -0.246 0.036 -0.204 0.092 -0.144 0.096 C -0.089 0.099 -0.037 0.062 -0.033 0.006 C -0.029 -0.045 -0.064 -0.093 -0.115 -0.097 C -0.162 -0.1 -0.206 -0.069 -0.209 -0.022 C -0.212 0.02 -0.184 0.061 -0.142 0.063 C -0.104 0.066 -0.068 0.042 -0.065 0.004 C -0.063 -0.03 -0.084 -0.063 -0.117 -0.065 C -0.146 -0.067 -0.175 -0.049 -0.177 -0.02 C -0.179 0.005 -0.164 0.029 -0.14 0.031 C -0.12 0.033 -0.099 0.022 -0.098 0.002 C -0.096 -0.014 -0.104 -0.031 -0.119 -0.033 C -0.131 -0.033 -0.143 -0.029 -0.145 -0.018 C -0.146 -0.011 -0.144 -0.004 -0.138 -0.001 C -0.135 0 -0.133 0 -0.13 -0.001 E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3DE9EEA-E71D-596D-2CA1-CCEF703CE46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Trajetórias+ 7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7B6CE33-C96E-474E-AD0F-B94838D96DC6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TurnUpRight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261DD9B-12CB-AAA3-2B31-314E5CBC2480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SCurve1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806CDE9-C48F-3393-8114-3419622BA63E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DecayingWave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53089D2-E137-610C-A2BD-B4684A8F43AD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CurvyRight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3AA6336-0407-9A7F-9448-DE51AD67ACE5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</a:rPr>
              <a:t>Desenhada (custom)</a:t>
            </a:r>
          </a:p>
        </p:txBody>
      </p:sp>
    </p:spTree>
    <p:extLst>
      <p:ext uri="{BB962C8B-B14F-4D97-AF65-F5344CB8AC3E}">
        <p14:creationId xmlns:p14="http://schemas.microsoft.com/office/powerpoint/2010/main" val="359145160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5 C 0 -0.181 0.069 -0.25 0.125 -0.25 L 0.25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35 0.028 -0.062 0.062 -0.062 C 0.097 -0.062 0.125 -0.035 0.125 0 C 0.125 0.035 0.153 0.062 0.188 0.062 C 0.222 0.062 0.25 0.035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53 0.007 0.127 0.025 0.126 C 0.051 0.126 0.053 -0.122 0.084 -0.123 C 0.112 -0.123 0.097 0.094 0.124 0.093 C 0.152 0.093 0.137 -0.064 0.167 -0.064 C 0.194 -0.064 0.179 0.042 0.203 0.042 C 0.226 0.042 0.214 -0.039 0.235 -0.039 C 0.247 -0.039 0.248 -0.017 0.249 0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08 -0.017 0.016 -0.021 0.026 C -0.025 0.037 -0.027 0.05 -0.029 0.063 C -0.031 0.076 -0.029 0.087 -0.027 0.099 C -0.025 0.11 -0.022 0.122 -0.015 0.132 C -0.009 0.142 0.001 0.15 0.012 0.156 C 0.022 0.162 0.034 0.166 0.046 0.168 C 0.058 0.17 0.07 0.17 0.081 0.168 C 0.093 0.166 0.104 0.161 0.113 0.153 C 0.122 0.146 0.13 0.137 0.134 0.126 C 0.139 0.116 0.141 0.102 0.141 0.091 C 0.142 0.08 0.141 0.067 0.136 0.056 C 0.131 0.046 0.122 0.038 0.11 0.034 C 0.098 0.031 0.086 0.035 0.078 0.042 C 0.071 0.049 0.066 0.06 0.065 0.073 C 0.065 0.086 0.066 0.098 0.071 0.108 C 0.076 0.118 0.075 0.12 0.095 0.133 C 0.113 0.147 0.131 0.143 0.142 0.144 C 0.153 0.144 0.162 0.14 0.173 0.136 C 0.185 0.131 0.195 0.122 0.202 0.114 C 0.209 0.106 0.212 0.096 0.216 0.08 C 0.219 0.064 0.219 0.056 0.219 0.044 C 0.219 0.032 0.219 0.02 0.219 0.008 E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 -0.2 0.2 0.2 0.3 0 L 0.15 0.15 L 0 0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Personalizar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2026-10-06T05:20:00Z</dcterms:created>
  <dcterms:modified xsi:type="dcterms:W3CDTF">2026-10-06T05:20:00Z</dcterms:modified>
</cp:coreProperties>
</file>