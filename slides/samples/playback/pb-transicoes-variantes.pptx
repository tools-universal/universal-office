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0D78A-A5A4-0C92-C763-4496E59B0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5B4886-8CE6-8F40-A4E6-6EFD3538E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010BA0-AC23-3726-222D-8199C6DC8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4709-CC91-4FA2-88ED-0089713035B6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00C1F5-54A7-1776-D430-7B1657525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FBD5FC-F20E-6485-EDD9-8BE1251D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D489-5BA2-44C8-A63E-8E4EF68808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5827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3748D-3A51-1CFB-78A0-FCC5DCF80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50E06D-BDFA-20D5-1CF3-55317B043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7086B4-E11F-458A-90D1-B5917A3FC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4709-CC91-4FA2-88ED-0089713035B6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3AC830-58C7-CE24-D326-33D6F3AB4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CB8FD1-E07A-BB37-6557-5CB7058A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D489-5BA2-44C8-A63E-8E4EF68808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8220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74173-B428-39A5-6FF9-1BB889253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5529D9-B612-291D-100B-F9EB54C31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FE7A4B-F171-4A5D-0077-AC57F8FE7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4709-CC91-4FA2-88ED-0089713035B6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97FF7E-F922-61C5-4DAA-FDF322749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8647C3-27A9-31DD-A09A-6134B9AEA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D489-5BA2-44C8-A63E-8E4EF68808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4101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A7622-9734-71BF-D2FC-B83E6EB7D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7D4D79-6565-7A91-F3E7-67794CF21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521CB3-8DEA-004C-0F72-2B641F429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EE25CB-5C8C-2E33-9F34-65A0D0C2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4709-CC91-4FA2-88ED-0089713035B6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19A1A0-A5A5-424D-C703-B28472DBA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676940B-E014-66F3-5091-295D5BA65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D489-5BA2-44C8-A63E-8E4EF68808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253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19629-6379-86D2-39FD-6CC851D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6319D6-8F36-ADD5-92D2-E90EE1640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342105B-7E40-A642-9B7F-D4BE8A8C0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2BC080C-C6FE-4876-B74F-0F772378E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F143E09-1C86-0516-6656-4C21B91F6C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B2ABE16-9161-B1D6-A970-3DE77CB4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4709-CC91-4FA2-88ED-0089713035B6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72F873-03A1-FD34-98DF-48A3A7A1A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F0506B9-AA65-397A-4C8D-84247868B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D489-5BA2-44C8-A63E-8E4EF68808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4079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B9604-8758-C8FF-8FF3-A6A8FAF7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B0E5D57-E8C5-9414-E0B7-91939CB9E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4709-CC91-4FA2-88ED-0089713035B6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89952C-8CBE-C8E9-B4A3-9FB5E994B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A5E9B74-6B3F-C091-5E2F-90E6D5CE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D489-5BA2-44C8-A63E-8E4EF68808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52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E59A23-99E4-EB24-BC0C-F7CC600A2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4709-CC91-4FA2-88ED-0089713035B6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BF6127E-4110-3935-281A-2F3F869DC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5F4BB0-8552-59B9-3618-6AF031272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D489-5BA2-44C8-A63E-8E4EF68808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258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B0761B-78E9-E613-1245-CE54FB371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2AF968-40D3-5657-B427-8FCFC25C8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57E5FB-59E0-8A11-48CB-1FDD10D21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AE1350-31DE-E622-658C-06799A72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4709-CC91-4FA2-88ED-0089713035B6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8A8F72-0304-B101-F1EB-9D73FFA98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5D845B-6792-548E-DB77-457C8B605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D489-5BA2-44C8-A63E-8E4EF68808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6105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3E4FC-13CF-116B-ADD0-EC4A36056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DDAB096-D199-50E0-DA64-081D5659899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B5D7E9-3752-A92F-C2AC-C310EF94A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FBC69B-622A-D0CA-8C99-29D6152C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4709-CC91-4FA2-88ED-0089713035B6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0E8005-4148-1C5C-F3FB-F0050E346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19CCE9-72B7-392A-66FE-1D2605ACA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D489-5BA2-44C8-A63E-8E4EF68808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980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CFB0B-7172-2570-42A3-897502C6E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703BA1-C34A-B18A-B658-62FE4DCCE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38E18C-0812-D45B-8A42-81BE8FD2F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4709-CC91-4FA2-88ED-0089713035B6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56957C-5A08-36AB-1743-E926A3DC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7EC7DD-8B6D-88B5-DBC0-CA038364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D489-5BA2-44C8-A63E-8E4EF68808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252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7487F57-1114-B047-A178-090D7447E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CF58A8-5A42-61AF-B435-B285065BF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33BCBD-A4B9-68CC-83F6-027467371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4709-CC91-4FA2-88ED-0089713035B6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572CA7-007B-8226-D1A7-552348D70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C72485-A011-BB12-474A-D53BF3B8C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D489-5BA2-44C8-A63E-8E4EF68808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6757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DC4CC67-4056-7E64-0013-529F3DA6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C0A519-93A8-6085-009E-E6E009678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01DBAC-2B6B-7A81-82F8-F9F2432384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C4709-CC91-4FA2-88ED-0089713035B6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C3F3EF-D66D-7E22-0277-F8E719CE9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03D9BD-D805-F2A3-A680-5A19B53A15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4D489-5BA2-44C8-A63E-8E4EF68808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236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9872CBB4-40F8-3A27-CDB5-190D7A5065FC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Random (513,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FAD6556-713D-5326-8E5C-0B1D446C6761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57BF68B-CDBC-425B-2206-1EB6E7F06294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B1CA693-0762-0419-6834-3BB90AA29E0C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6AB4886-C707-1EBE-381A-EDA88912FFA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2715F1F-F2D1-0ED6-35F1-5636D539E17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79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random/>
      </p:transition>
    </mc:Choice>
    <mc:Fallback>
      <p:transition spd="slow" advTm="1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7C77E9F9-D25F-D768-2377-D443806A868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CheckerboardDown (1026,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456305-51A4-F827-3384-10F8FDE8907F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AF62D3C-7128-16D0-1AEF-50554AA939B5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1E84F7E8-2CE0-6C08-057E-AF4C3FDD7F0F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8CA0DF7-476E-04F1-A7F1-6D822217FBB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AC6518C-7944-2488-0190-12AF6771B04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61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hecker dir="vert"/>
      </p:transition>
    </mc:Choice>
    <mc:Fallback>
      <p:transition spd="slow" advTm="1000">
        <p:checke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3F72299-4B4D-ACB2-5467-84F6A9C0C7B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CoverLeft (1281,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BA38D0E-0552-222F-F258-32645C0BC7FE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E70C3B4-37F3-2CC5-6AFF-19331E79F4C7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55FC3219-51AC-0503-435C-ABE22AE4F5E4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9B822D2-166B-E46A-910B-589CD178401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7800DB3-8DC3-F662-CCA5-B1C833C0A17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96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over/>
      </p:transition>
    </mc:Choice>
    <mc:Fallback>
      <p:transition spd="slow" advTm="1000">
        <p:cov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BE04EE1A-3A80-FBF6-69A6-ECF725565A6E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CoverUp (1282,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27A2217-87ED-CBC0-7F4F-5902D9487C82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8E3D5BC-D599-888D-BF99-973F5FD7B854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BD2D3B9-90F2-DCF3-4EC4-C1C748A806ED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B913A14-BBD5-C61C-D654-839839A0139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C4B8C7A-435E-4962-1C16-02425F4C120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60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over dir="u"/>
      </p:transition>
    </mc:Choice>
    <mc:Fallback>
      <p:transition spd="slow" advTm="1000">
        <p:cover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5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35C5C05F-785D-8965-D002-6A0C5BE77A1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CoverDown (1284,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5B9CE5-5101-B638-336D-BF5D7721B6E9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784E648-05CF-4ADC-2E47-24BC9A30C6D1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42FAEA8A-9B35-A979-2EE6-ADDE74D1A5DB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2E7FC93-0279-B897-1F12-FC404721716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AADAF5A-D92B-48D1-102E-717BC7CA1B4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57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over dir="d"/>
      </p:transition>
    </mc:Choice>
    <mc:Fallback>
      <p:transition spd="slow" advTm="1000">
        <p:cover dir="d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8C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CCA9204-03F7-E39C-8118-AD43FF6665D4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CoverLeftUp (1285,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740BA9E-16A3-8E8B-06A9-39790E108EBF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BD80746-E9DE-0C5B-15CB-C2D95CCCDF25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7D0E1767-8641-84B9-CCD0-D57743FD3552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9B86B4C-1E82-6C37-09A4-50D34E79DDD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7818EEA-9660-D310-2869-A8239D64588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392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over dir="lu"/>
      </p:transition>
    </mc:Choice>
    <mc:Fallback>
      <p:transition spd="slow" advTm="1000">
        <p:cover dir="l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484931E-EB86-A9C1-270D-AD9650A4598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CoverRightUp (1286,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4017379-FF75-1AA5-40B2-3357623E683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CB9970B-32EA-2725-7FBE-39767F5E542F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7070590E-4FE1-C512-4567-64AB20BA0F3A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D9FF1F7-1FB4-9E26-5629-10551F39E6E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CCDD582-7AB7-0246-4BDF-9829DEECF0F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317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over dir="ru"/>
      </p:transition>
    </mc:Choice>
    <mc:Fallback>
      <p:transition spd="slow" advTm="1000">
        <p:cover dir="r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2F7D80F2-20C7-F66C-4B5F-564ACA00994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CoverRightDown (1288,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5235012-1F93-0DFE-0936-152873FEB0D2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3F4310C-2477-5599-6523-584FDA210F68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EEF0152B-72A1-E1FD-B2A0-A33398035E12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AFF3B9D-F127-AA12-0650-A09B5F81588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7B3F849-EDA0-82D3-EB71-717D69E2114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662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over dir="rd"/>
      </p:transition>
    </mc:Choice>
    <mc:Fallback>
      <p:transition spd="slow" advTm="1000">
        <p:cover dir="rd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024920F-B6C0-4A0A-5D3E-3A88EE49ABB3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UncoverUp (2050,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ABA1DF2-22CE-4A56-A34B-6C487A45D3BB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1F6232B-A58A-77FA-CC23-16ABC551030A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19DE0963-EE91-A5C3-89D7-05B9D4734FDB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998A3E4-3672-E124-71F9-FCACA70D20F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B6A148B-6A66-C5BA-9945-170DFB1450F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83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pull dir="u"/>
      </p:transition>
    </mc:Choice>
    <mc:Fallback>
      <p:transition spd="slow" advTm="1000">
        <p:pull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569738C-036D-0CEE-FC12-D2C5A76B104F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UncoverRight (2051,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59409B4-AF14-B90C-3E24-420E78ADC1F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93F7782-2A97-1A32-85AB-C917E3554D9E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0D74D6B9-3FBD-5F59-434E-35AF149C5DBE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64AA4CC-495B-3A93-2AF5-B8CD86CA9C0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0CC06B8-3DF5-D2E2-837B-BF32DD88964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502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pull dir="r"/>
      </p:transition>
    </mc:Choice>
    <mc:Fallback>
      <p:transition spd="slow" advTm="1000">
        <p:pull dir="r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3ED5EF3-083C-B44F-9204-42F4BE5FAB7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UncoverDown (2052,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8AB4ADC-1622-38C6-E985-9D5C4661AFC5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E0A80E8-F5B4-D2AA-294E-5CE8EFAB220A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623EFD2-34E2-73A8-7DD6-E73D327A4E13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2936141-EDFF-7D01-FE5C-9C86CD3AAC7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CCA4EDE-25C3-2428-4CCB-66497F1DF1D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734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pull dir="d"/>
      </p:transition>
    </mc:Choice>
    <mc:Fallback>
      <p:transition spd="slow" advTm="1000">
        <p:pull dir="d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D0A5C87-12CC-1AC1-EB1B-6232D9D945A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UncoverLeftUp (2053,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B361C20-85F8-BC0F-0D11-95DD0BED688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C7CEEAB-7E05-358A-0E0F-C216AB5D2B05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39DB82AF-FB0D-2A06-A0A1-18CA16CFDBBD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6991DA4-399B-8291-A0AB-4025FF09A4F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9119433-FA67-4428-9847-E7E9AAB86AD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35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pull dir="lu"/>
      </p:transition>
    </mc:Choice>
    <mc:Fallback>
      <p:transition spd="slow" advTm="1000">
        <p:pull dir="l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1E25C78-A40A-13C1-CEE1-EE4EDF535F99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UncoverRightUp (2054,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49B0958-C3D3-C602-06FB-E54CA472624E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1E0A17D-66F1-5A4E-2EDB-8C4C0CA71888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90D6996-194B-753E-CF49-EC99AE884931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738BD1B-B917-2C9A-10CA-6FFF2AC69ED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F8E5325-784B-19C2-59EC-66BCD9B065B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009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pull dir="ru"/>
      </p:transition>
    </mc:Choice>
    <mc:Fallback>
      <p:transition spd="slow" advTm="1000">
        <p:pull dir="ru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EF484E1-2BC3-89F1-68AB-04FD6AD99DBF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UncoverLeftDown (2055,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5E5F67-AE3E-4873-B767-DA16B5C463E8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BFC1DEF-E4A1-D405-6E9B-315C321D3DBF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D9679CAA-4FA9-F281-DFF2-90ACC0FAE39A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495646B-53CB-4FFD-CEA8-9B35174135F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2958E53-45CA-855C-749D-48CD5B70837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038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pull dir="ld"/>
      </p:transition>
    </mc:Choice>
    <mc:Fallback>
      <p:transition spd="slow" advTm="1000">
        <p:pull dir="ld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E3C1E82-DADE-35BE-A387-BCCCDE7E339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UncoverRightDown (2056,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C46ED81-3B93-9464-881F-8F3CADD1F6B7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DAD452C-E2FA-2E9E-3BFE-0A32DC022933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4400626-4521-6909-9784-7AB312459775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6E5F0E6-CE4C-DEE1-35D1-0A4163E855E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C1CE6B6-BAB9-204E-59F9-08B320D37C8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73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pull dir="rd"/>
      </p:transition>
    </mc:Choice>
    <mc:Fallback>
      <p:transition spd="slow" advTm="1000">
        <p:pull dir="rd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9CF1611-F2A8-2B7E-F55B-C894201FB5E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RandomBarsVertical (2306,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B364805-0F33-C29A-89F1-B58806A4F4A9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BC6FD38-CCD6-D0AE-D83C-9EA2ABF2AC24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1BD09BD4-85D1-C3E0-D193-CC47B1E81151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2536D30-2664-0D0D-B6C1-99BC4AD789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F39574E-ECE3-08B7-C300-7EA7847A5EC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471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randomBar dir="vert"/>
      </p:transition>
    </mc:Choice>
    <mc:Fallback>
      <p:transition spd="slow" advTm="1000">
        <p:randomBar dir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5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769B083C-FB37-D239-DF7D-6EB6D1890B6C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StripsUpLeft (2561,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90DDA2-9A2F-5829-1EFA-33B9EE702D66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B3E46B9-5FD0-9D31-9A05-03DB4309FB5C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A0053099-6EBA-E680-E04B-FC8C4CBE924B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5D7E59A-C78A-C840-6162-BE2E5536758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3BD0F91-898C-10E1-C040-E7BA41EC8A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08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strips/>
      </p:transition>
    </mc:Choice>
    <mc:Fallback>
      <p:transition spd="slow" advTm="1000">
        <p:strips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8C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B2BEC46C-407E-AA0B-C797-943469A74588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StripsUpRight (2562,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067348A-BC2F-A61F-7912-816058EAF46D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D1CBAE4-1139-C952-66E7-D3BDF8F32315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F6B5E749-FF78-AE61-2D61-4A995C6C4CF9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63B3956-D502-AE33-A6C5-F27B1A340CD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9FA21BC-7417-0256-D2DD-BA059BCB9F3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868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strips dir="ru"/>
      </p:transition>
    </mc:Choice>
    <mc:Fallback>
      <p:transition spd="slow" advTm="1000">
        <p:strips dir="ru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DCD2692-4DCD-2BD4-50BE-2BEF8FB56C3B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StripsDownLeft (2563,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73655AC-2A4E-EAF8-2BA7-D9AE5BA8043C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A615BBD-44D2-5707-4C3D-F06731E9899C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2A30B7B2-47A8-95A1-B942-C4ADBAD23F91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1067005-19A7-1943-E7F7-F33E0F58DDD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6428181-A2BC-171B-7526-FA89C9D1341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409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strips dir="ld"/>
      </p:transition>
    </mc:Choice>
    <mc:Fallback>
      <p:transition spd="slow" advTm="1000">
        <p:strips dir="ld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B93A5C4-0F93-9FDA-6CA7-C8FDC00BB3D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StripsLeftUp (2565,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BDCB32E-ADD7-6468-71B8-802E43894089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B1FF20B-1B85-7771-2826-95D14AB1547F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780CE8CA-F4DC-CB96-301D-E0BE333567A3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8F874C9-93B1-B527-8532-1E490D9D549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6A9448D-58EE-D7F2-11ED-52F9C8CB80B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38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strips/>
      </p:transition>
    </mc:Choice>
    <mc:Fallback>
      <p:transition spd="slow" advTm="1000">
        <p:strips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2DB665AC-7A8F-68AF-5E67-E8B8D35FF20B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StripsRightUp (2566,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237BB88-00AD-D065-AFE8-9F99A2D7523B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283E4AFB-59F9-1FBF-EB2D-BDD334CD06B1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0522DD7F-81E5-5F37-1F89-7A083B3BD6F7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C9893BC-836C-5D01-6148-9ACD46ED48F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4DB6A9A-FBA2-C6F7-C41D-DDE56D1DF15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866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strips dir="ru"/>
      </p:transition>
    </mc:Choice>
    <mc:Fallback>
      <p:transition spd="slow" advTm="1000">
        <p:strips dir="ru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125D780-3338-2D72-CA16-5D168A37251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StripsLeftDown (2567,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9714AFC-620A-2FDA-3E43-69446D14DDBA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2EF53E8-625C-3FB9-DFFF-41F6109C00CA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4A478B20-A109-980C-C294-22128FFF853E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2A061C5-EA85-5CEC-456C-20D7295731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C953CA0-B454-F6D5-2B2A-80FB5941D63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95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strips dir="ld"/>
      </p:transition>
    </mc:Choice>
    <mc:Fallback>
      <p:transition spd="slow" advTm="1000">
        <p:strips dir="ld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B4CBAD85-9E2C-51D4-171E-DA3C65DEDA8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StripsRightDown (2568,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1DB35C0-FC3D-53BE-9A39-52C0991B62B6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4648E44-E750-07A2-01ED-B08205032291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BD531D84-81B4-01BD-94DD-3D24E37CAC0B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807FAEA-5EA9-8EBD-9AAF-0E1C25DB9A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5F7C43C-0E70-F5E7-6AC7-256E5069D48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276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strips dir="rd"/>
      </p:transition>
    </mc:Choice>
    <mc:Fallback>
      <p:transition spd="slow" advTm="1000">
        <p:strips dir="rd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856618C-81CC-DCB6-1F12-FEFF38D7129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WipeLeft (2817,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F4E336-F2AB-0A66-475D-7F8CB081009E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2E165DF-091A-F978-5B7F-91563F175DA0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2501FC25-E202-3D5F-ED43-AFD9DE124050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3ABA4EB-DBF0-813A-2CBD-099AE3AC500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89BBB23-732C-2401-3053-1C87F5F89B5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21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wipe/>
      </p:transition>
    </mc:Choice>
    <mc:Fallback>
      <p:transition spd="slow" advTm="1000">
        <p:wip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C053496C-C20C-87C1-9FA7-FF0C1255D7E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WipeUp (2818,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2CCFE66-C570-5CE0-E837-9F3D03FCE321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F7BC5D7-631B-D32C-F611-D68CD8432C18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246AB3A-AA0C-7C63-1D9E-20DF00501720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D1064CB-689B-A4B7-C8C3-59C0825C97D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628CC21-CD26-27F4-EBF2-9BAC57EC037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27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wipe dir="u"/>
      </p:transition>
    </mc:Choice>
    <mc:Fallback>
      <p:transition spd="slow" advTm="1000">
        <p:wipe dir="u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BED1A11A-45D5-0F89-1E39-2C1A3C4BAB6F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SplitHorizontalIn (3586,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925AE3C-03DF-1BAB-30A9-0E00EF6B1D57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5D06954-0469-8E3D-13BE-5C77F57A5DAC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E7E48E48-81C7-EDD4-66E7-15834A4FAB31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E856809-7FEE-885A-7BA4-37B3279A87F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A55D182-2AA2-52E9-E13B-FA07C494DEF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24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split dir="in"/>
      </p:transition>
    </mc:Choice>
    <mc:Fallback>
      <p:transition spd="slow" advTm="1000">
        <p:split dir="in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7A8B7F2-9C38-542A-0684-F0DE7C294A3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SplitVerticalOut (3587,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A4C3B01-418E-C584-380B-C87648C6316A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27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1FD3605-970B-FC9A-4838-64990AF73B39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50D6712D-DFFD-A191-FAD4-A82D33DE3227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FE68B93-0AE5-B438-33A3-E40A13B5EAE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C176E34-6F9A-DBFB-0272-8960D4CDACE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75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split orient="vert"/>
      </p:transition>
    </mc:Choice>
    <mc:Fallback>
      <p:transition spd="slow" advTm="1000">
        <p:split orient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8448D75-364D-CDD5-6494-A9AF745AC59C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Appear (3844,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15EA7C-5962-B9C5-84AE-B4C8DB48D52A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3751DC9-9AD6-A12A-3414-6FB886B4F44E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73C8B013-CF61-B732-C0E7-86856AC92D25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E7E9ECD-0AAE-E7D1-95FD-CB87EE3CD36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ABAACD7-7B03-610C-02C6-BCAD2202838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441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ut/>
      </p:transition>
    </mc:Choice>
    <mc:Fallback>
      <p:transition spd="slow" advTm="1000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5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F21012B-9F23-DAFC-E503-43B048900CE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CombVertical (3848,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EA7694-C443-7793-CA48-E611BD9E43D9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DA8771A-8352-B756-BC40-519443CAC7E9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F34FF3BC-3CBF-CCEF-3240-DF36E4ACFD89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99F841E-2216-EF75-ECAE-109F1131D95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22B1F3F-96ED-CE04-AFAE-7582B067327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78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omb dir="vert"/>
      </p:transition>
    </mc:Choice>
    <mc:Fallback>
      <p:transition spd="slow" advTm="1000">
        <p:comb dir="vert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8C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9D26599E-8E61-A747-2B8C-A85956C225E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PushDown (3852,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0DB8D4-5842-5A75-2D38-07E6EF73C834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8008846-002A-8B7B-25D2-56F2D4AD435B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1A16D993-2ADC-C100-B296-163C3863EDAC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503703E-3A64-7F78-DD35-C3A7926E69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AA9DBD1-2BB0-EEA0-C444-69E62B00E94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411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push dir="d"/>
      </p:transition>
    </mc:Choice>
    <mc:Fallback>
      <p:transition spd="slow" advTm="1000">
        <p:push dir="d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BAFFB38-AB14-1B5C-4673-888D8CEAB5F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PushRight (3854,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8228B1E-DA3C-BC45-912A-F1C8D3259324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87C3E68-F444-49F5-0F42-493059FE4F66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7DC9047E-C4FD-3D29-D421-05C89F2E77E6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99B9E1B-1ED3-A33B-10EE-4D92118FCD5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D104A13-DAEB-C34A-DF13-03CF02B0B89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370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push dir="r"/>
      </p:transition>
    </mc:Choice>
    <mc:Fallback>
      <p:transition spd="slow" advTm="1000">
        <p:push dir="r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429E20C-3BAF-3D53-02D0-782CDC0DAA8C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Wheel2Spokes (3858,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703D89E-E710-F9DA-7167-62CFC888E50B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0C136AA-4372-1E70-0076-96A282FFBCA2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4D2B998E-9B5E-85B2-68C6-222AF9391894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8FB6D2-8279-0500-F950-758A292FCE0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C27A6EB-6E77-BCEC-2A0F-7011FD694CA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0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wheel spokes="2"/>
      </p:transition>
    </mc:Choice>
    <mc:Fallback>
      <p:transition spd="slow" advTm="1000">
        <p:wheel spokes="2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1F2FCED3-F462-4513-01A2-AFDE81DE86B6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Wheel3Spokes (3859,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F1A952-9A5B-8C29-F893-1C3FC3125A91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33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85567FB-6B82-3A4F-611C-FB0AD6AFF22A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55EA48A4-8FF8-D812-EBE8-E94E24D10771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70546CB-5809-7096-4518-4CBD4AEA74B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D75813C-8490-6730-E991-B2462ED519C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49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wheel spokes="3"/>
      </p:transition>
    </mc:Choice>
    <mc:Fallback>
      <p:transition spd="slow" advTm="1000">
        <p:wheel spokes="3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64C2BC0-1617-B16F-85C1-C4B2ACF5FF68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Wheel8Spokes (3861,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0DF189-262F-9080-8E35-FC5F086B7363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C20E1B9-1103-A02F-5F7B-A4986FB8A268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5C64E5E5-3011-6A40-8A31-46A568EED0BB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0EFD784-0E17-0F4E-A93A-0D1AE9814BF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A4817A6-E903-8525-8F30-05B7B8B5660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945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wheel spokes="8"/>
      </p:transition>
    </mc:Choice>
    <mc:Fallback>
      <p:transition spd="slow" advTm="1000">
        <p:wheel spokes="8"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F78D9D7-B74A-6A1C-58A9-353FD6727B2C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RevealSmoothRight (3895,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26F3682-EF23-CF72-8D7C-75C4902A7704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A047946-AE4B-797B-A026-D28D1A390B06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9F4B3BA6-16BF-D842-1584-5C14910E5EA3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E8B171-4A8C-66A5-F69C-E3E71AFD0F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DDBE2CB-E9F3-34DA-5D83-62EE08BD783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27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reveal dir="r"/>
      </p:transition>
    </mc:Choice>
    <mc:Fallback>
      <p:transition spd="slow" advTm="100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17565D8D-3D28-BFF3-76EA-02A88A0C3FC6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RevealBlackLeft (3896, duração default)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3A824C-5370-61D6-4249-83A81B366E5C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0BA11EC-DFD8-0B8A-333E-6EB5904F51D7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CC56D7A0-DD0C-0454-64C7-F81201D46420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273C867-FEF1-8F75-E084-C12ECB0168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AB0CD7A-F607-5391-413B-B86B3751424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255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14:reveal thruBlk="1"/>
      </p:transition>
    </mc:Choice>
    <mc:Fallback>
      <p:transition spd="slow" advTm="100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5EE9323-B61A-FB75-ED32-415CF97BEF3C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Morph por palavra — origem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802BD34-2A51-2A75-AAEB-FF4A8F34579C}"/>
              </a:ext>
            </a:extLst>
          </p:cNvPr>
          <p:cNvSpPr txBox="1"/>
          <p:nvPr/>
        </p:nvSpPr>
        <p:spPr>
          <a:xfrm>
            <a:off x="762000" y="2540000"/>
            <a:ext cx="10668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4800">
                <a:solidFill>
                  <a:srgbClr val="FFFFFF"/>
                </a:solidFill>
              </a:rPr>
              <a:t>o rápido cachorro marrom pula</a:t>
            </a:r>
          </a:p>
        </p:txBody>
      </p:sp>
    </p:spTree>
    <p:extLst>
      <p:ext uri="{BB962C8B-B14F-4D97-AF65-F5344CB8AC3E}">
        <p14:creationId xmlns:p14="http://schemas.microsoft.com/office/powerpoint/2010/main" val="513230262"/>
      </p:ext>
    </p:extLst>
  </p:cSld>
  <p:clrMapOvr>
    <a:masterClrMapping/>
  </p:clrMapOvr>
  <p:transition advTm="10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CCCC4E92-AAEB-7D05-1D87-9BD4E8B96DE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Morph por palavra — destino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9D9066-3A3F-5295-DF27-C93219463812}"/>
              </a:ext>
            </a:extLst>
          </p:cNvPr>
          <p:cNvSpPr txBox="1"/>
          <p:nvPr/>
        </p:nvSpPr>
        <p:spPr>
          <a:xfrm>
            <a:off x="2032000" y="3810000"/>
            <a:ext cx="9652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4800">
                <a:solidFill>
                  <a:srgbClr val="FAC83C"/>
                </a:solidFill>
              </a:rPr>
              <a:t>pula o cachorro marrom rápido</a:t>
            </a:r>
          </a:p>
        </p:txBody>
      </p:sp>
    </p:spTree>
    <p:extLst>
      <p:ext uri="{BB962C8B-B14F-4D97-AF65-F5344CB8AC3E}">
        <p14:creationId xmlns:p14="http://schemas.microsoft.com/office/powerpoint/2010/main" val="22306978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Word"/>
      </p:transition>
    </mc:Choice>
    <mc:Fallback>
      <p:transition spd="slow" advTm="100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CAA5F9CD-E69A-DCD1-9779-7B5931D5E5CF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Morph por caractere — origem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C8B6FB9-FEED-34A2-BA2E-DF02C34B35AD}"/>
              </a:ext>
            </a:extLst>
          </p:cNvPr>
          <p:cNvSpPr txBox="1"/>
          <p:nvPr/>
        </p:nvSpPr>
        <p:spPr>
          <a:xfrm>
            <a:off x="762000" y="2540000"/>
            <a:ext cx="10668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4800">
                <a:solidFill>
                  <a:srgbClr val="FFFFFF"/>
                </a:solidFill>
              </a:rPr>
              <a:t>ROMA AMOR</a:t>
            </a:r>
          </a:p>
        </p:txBody>
      </p:sp>
    </p:spTree>
    <p:extLst>
      <p:ext uri="{BB962C8B-B14F-4D97-AF65-F5344CB8AC3E}">
        <p14:creationId xmlns:p14="http://schemas.microsoft.com/office/powerpoint/2010/main" val="1896588292"/>
      </p:ext>
    </p:extLst>
  </p:cSld>
  <p:clrMapOvr>
    <a:masterClrMapping/>
  </p:clrMapOvr>
  <p:transition advTm="10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33041991-9509-A459-6FEB-1CA77AA736B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Morph por caractere — destino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F53D6B-0531-B22F-C328-60D4D2DDC182}"/>
              </a:ext>
            </a:extLst>
          </p:cNvPr>
          <p:cNvSpPr txBox="1"/>
          <p:nvPr/>
        </p:nvSpPr>
        <p:spPr>
          <a:xfrm>
            <a:off x="2032000" y="3810000"/>
            <a:ext cx="9652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4800">
                <a:solidFill>
                  <a:srgbClr val="FAC83C"/>
                </a:solidFill>
              </a:rPr>
              <a:t>AMOR ROMA</a:t>
            </a:r>
          </a:p>
        </p:txBody>
      </p:sp>
    </p:spTree>
    <p:extLst>
      <p:ext uri="{BB962C8B-B14F-4D97-AF65-F5344CB8AC3E}">
        <p14:creationId xmlns:p14="http://schemas.microsoft.com/office/powerpoint/2010/main" val="18969483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Char"/>
      </p:transition>
    </mc:Choice>
    <mc:Fallback>
      <p:transition spd="slow" advTm="1000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Office PowerPoint</Application>
  <PresentationFormat>Personalizar</PresentationFormat>
  <Paragraphs>80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4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2026-10-06T05:19:53Z</dcterms:created>
  <dcterms:modified xsi:type="dcterms:W3CDTF">2026-10-06T05:19:55Z</dcterms:modified>
</cp:coreProperties>
</file>