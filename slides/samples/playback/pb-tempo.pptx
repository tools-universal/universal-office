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30E39-4E93-9EF9-ABC9-D032B44EE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5466A6-D69D-2C74-D0AF-B0C051A26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4803A4-C70A-CD92-30D6-5021EF827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6D29-2215-4130-BD99-9676246D0A7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7FA4CA-C28C-0890-7CE8-6971BFF3D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3B2723-DEA8-5C7C-062C-F0200E4DB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595A-C602-40DA-8478-F68A904E31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5093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729E2-528B-EA20-AFA3-935A8DAB5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44E687-017B-D0C8-8EEE-2538683E8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EBB75D-6AB8-884D-96CE-3E1F88A2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6D29-2215-4130-BD99-9676246D0A7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91EC31-F515-EE9B-EA69-D8030693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64D57C-28E2-8FB2-055D-DC308A58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595A-C602-40DA-8478-F68A904E31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45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3D398-D143-67ED-140B-01FE7C51E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332709-1743-7302-A96D-234CF943D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EF352A-00B8-7FD8-B2D9-E729188FB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6D29-2215-4130-BD99-9676246D0A7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D5E1CE-8FC2-E07C-192B-1FE1512A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64F598-E1CE-D923-B36C-6C9FCA372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595A-C602-40DA-8478-F68A904E31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747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49A94-55BF-825B-A26D-E127B4794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160A32-1919-8B47-CE40-45FF81313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B84DCF-21D6-5F08-F76A-33A0C4C80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1FF8C3-3B33-1063-5A63-D1D5871D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6D29-2215-4130-BD99-9676246D0A7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AB35F9-291E-D20C-83C2-60463BF65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840255-6A80-08B3-7398-AA306D1B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595A-C602-40DA-8478-F68A904E31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863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01269-D87E-DB72-BFB3-A82FF73DD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E6A802-B713-2698-44D1-3C7CBF390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CA0770-AE2D-B360-1182-6655266B6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0F9BC6-9A41-72A5-1A57-389D038905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0905988-C14D-8EFD-D094-7B1529E9DE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3A6211-94AE-0EEC-0E16-6D05A5F4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6D29-2215-4130-BD99-9676246D0A7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1A35149-2BF9-BBA5-623D-6D433E7A7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1347C8-7973-DC5B-D5C0-4049C11E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595A-C602-40DA-8478-F68A904E31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345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7D052-AFA9-0EF6-E7F9-A48BF9951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B232EF2-CE9D-C9F7-BCAE-AC192AF7F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6D29-2215-4130-BD99-9676246D0A7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23073B6-15FE-9D35-26B5-DD8B0901D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38408F-CB18-C4BB-40A3-BBB92016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595A-C602-40DA-8478-F68A904E31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047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F041079-C7B4-63D4-C098-B9A3C4FFD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6D29-2215-4130-BD99-9676246D0A7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9922693-B4B1-9C16-2FEF-421B227CA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AEE09E-278F-A21B-FB92-F610C2F09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595A-C602-40DA-8478-F68A904E31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49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44A07-B54E-2397-87D3-C7ACF4E90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D7466A-061E-B108-096A-1B72C4571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09BD889-E700-95A5-40F6-123258354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2B38B2-D97E-7025-0B5D-1067D494E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6D29-2215-4130-BD99-9676246D0A7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5E199B-3B88-D894-7739-8FF7245A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51346F-ADFF-3647-2DE0-8920CBD9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595A-C602-40DA-8478-F68A904E31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03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9CAF1-F8A4-B092-E53C-CE56AFCC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F1774BD-3C12-3CBC-DBAA-1AD3878C875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158F6D-7394-E0DF-A9AF-09CED3434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CD4720-15D7-479A-477D-032B04AF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6D29-2215-4130-BD99-9676246D0A7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14C8DD-953F-DC2F-5680-FEBDFDFF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812627-3BD1-A9A5-F4C5-B38974F9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595A-C602-40DA-8478-F68A904E31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42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C7DF8-17F1-1D36-6864-18D70AB7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B2B46E-3C33-908D-AA3F-351F8D1BA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725C7F-F169-BC2F-2BF8-1C4A68B08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6D29-2215-4130-BD99-9676246D0A7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A972AF-F7A5-F02D-2B29-E3F9F67A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5781F1-B8C7-553A-F93A-EBC642A17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595A-C602-40DA-8478-F68A904E31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31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FB343A-D250-1E87-B87F-F121A9DCC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363A361-3147-169A-86C2-31DE8AACC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CAEEA8-A752-EE78-51B7-83D43678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6D29-2215-4130-BD99-9676246D0A7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A5013-A802-09FB-C9CC-38E913A01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F23C8E-7541-AB14-2136-34DE9E77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B595A-C602-40DA-8478-F68A904E31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4140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D3B5649-8F16-8037-E744-A4483ED30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36593F-27AC-7FED-3D0F-4DE98EBEB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36C617-FC53-0366-9435-CD2F167D0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36D29-2215-4130-BD99-9676246D0A73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5F4822-59E3-25E5-174F-EA72958E5F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B338CE-EF2D-A9DC-8CBA-FEE621C43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B595A-C602-40DA-8478-F68A904E31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6954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A721E00D-247C-F2E0-B3F4-3B891F41F91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T1 gatilhos: após / com anterior / com + atraso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4FA45A3-E429-9C19-553E-66F6B8F252CF}"/>
              </a:ext>
            </a:extLst>
          </p:cNvPr>
          <p:cNvSpPr/>
          <p:nvPr/>
        </p:nvSpPr>
        <p:spPr>
          <a:xfrm>
            <a:off x="508000" y="1397000"/>
            <a:ext cx="3302000" cy="1905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 após (esmaecer 1s)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0AEADED-5BB4-5EDC-4425-C46CEC281F3F}"/>
              </a:ext>
            </a:extLst>
          </p:cNvPr>
          <p:cNvSpPr/>
          <p:nvPr/>
        </p:nvSpPr>
        <p:spPr>
          <a:xfrm>
            <a:off x="4318000" y="1397000"/>
            <a:ext cx="3302000" cy="1905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B com (surgir 1s)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5E28403-5C17-623C-E786-72D5CE7114B5}"/>
              </a:ext>
            </a:extLst>
          </p:cNvPr>
          <p:cNvSpPr/>
          <p:nvPr/>
        </p:nvSpPr>
        <p:spPr>
          <a:xfrm>
            <a:off x="8128000" y="1397000"/>
            <a:ext cx="3302000" cy="1905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 com +0,5s (zoom 1s)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DA02672-FAB0-96BB-ACF7-89FDF2077238}"/>
              </a:ext>
            </a:extLst>
          </p:cNvPr>
          <p:cNvSpPr/>
          <p:nvPr/>
        </p:nvSpPr>
        <p:spPr>
          <a:xfrm>
            <a:off x="4318000" y="4064000"/>
            <a:ext cx="3302000" cy="1905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 após (revelar 1s)</a:t>
            </a:r>
          </a:p>
        </p:txBody>
      </p:sp>
    </p:spTree>
    <p:extLst>
      <p:ext uri="{BB962C8B-B14F-4D97-AF65-F5344CB8AC3E}">
        <p14:creationId xmlns:p14="http://schemas.microsoft.com/office/powerpoint/2010/main" val="3867652109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E86790E-CF24-6E0B-C4D8-11CB0846272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T2 atrasos: 0,25 / 0,5 / 1,0 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F4AB10D-2815-170B-6930-A6234099BD3A}"/>
              </a:ext>
            </a:extLst>
          </p:cNvPr>
          <p:cNvSpPr/>
          <p:nvPr/>
        </p:nvSpPr>
        <p:spPr>
          <a:xfrm>
            <a:off x="508000" y="2032000"/>
            <a:ext cx="3302000" cy="2540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atraso 0.25s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002894E-46C4-D89E-D225-21FA211DFE13}"/>
              </a:ext>
            </a:extLst>
          </p:cNvPr>
          <p:cNvSpPr/>
          <p:nvPr/>
        </p:nvSpPr>
        <p:spPr>
          <a:xfrm>
            <a:off x="4318000" y="2032000"/>
            <a:ext cx="3302000" cy="2540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atraso 0.5s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D6DD8DA-DFA9-D1F3-706D-19DF1C306AF3}"/>
              </a:ext>
            </a:extLst>
          </p:cNvPr>
          <p:cNvSpPr/>
          <p:nvPr/>
        </p:nvSpPr>
        <p:spPr>
          <a:xfrm>
            <a:off x="8128000" y="2032000"/>
            <a:ext cx="3302000" cy="2540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atraso 1s</a:t>
            </a:r>
          </a:p>
        </p:txBody>
      </p:sp>
    </p:spTree>
    <p:extLst>
      <p:ext uri="{BB962C8B-B14F-4D97-AF65-F5344CB8AC3E}">
        <p14:creationId xmlns:p14="http://schemas.microsoft.com/office/powerpoint/2010/main" val="835041606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CBEB0CE-ED8B-72F8-48D8-D2CE25AAFE2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T3 durações: 0,5 / 1 / 2 / 3 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7D17A17-9088-7CDA-84F7-D42AF6921842}"/>
              </a:ext>
            </a:extLst>
          </p:cNvPr>
          <p:cNvSpPr/>
          <p:nvPr/>
        </p:nvSpPr>
        <p:spPr>
          <a:xfrm>
            <a:off x="381000" y="2032000"/>
            <a:ext cx="2667000" cy="2540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dur 0.5s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664EBEC-966A-B222-C7FA-A11511EB9630}"/>
              </a:ext>
            </a:extLst>
          </p:cNvPr>
          <p:cNvSpPr/>
          <p:nvPr/>
        </p:nvSpPr>
        <p:spPr>
          <a:xfrm>
            <a:off x="3302000" y="2032000"/>
            <a:ext cx="2667000" cy="2540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dur 1s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D13D5B3-1E66-728B-6F13-79A8CA1E1D76}"/>
              </a:ext>
            </a:extLst>
          </p:cNvPr>
          <p:cNvSpPr/>
          <p:nvPr/>
        </p:nvSpPr>
        <p:spPr>
          <a:xfrm>
            <a:off x="6223000" y="2032000"/>
            <a:ext cx="2667000" cy="2540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dur 2s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D2ABCBD-E94E-BB0B-4F64-8354953B50D5}"/>
              </a:ext>
            </a:extLst>
          </p:cNvPr>
          <p:cNvSpPr/>
          <p:nvPr/>
        </p:nvSpPr>
        <p:spPr>
          <a:xfrm>
            <a:off x="9144000" y="2032000"/>
            <a:ext cx="2667000" cy="2540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dur 3s</a:t>
            </a:r>
          </a:p>
        </p:txBody>
      </p:sp>
    </p:spTree>
    <p:extLst>
      <p:ext uri="{BB962C8B-B14F-4D97-AF65-F5344CB8AC3E}">
        <p14:creationId xmlns:p14="http://schemas.microsoft.com/office/powerpoint/2010/main" val="1644434701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7048E9D5-B543-4B90-7A89-C2525B25321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T4 repetir: girar x2, pulso x3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C2AC7F5-0433-2B69-53D4-78843BC675F5}"/>
              </a:ext>
            </a:extLst>
          </p:cNvPr>
          <p:cNvSpPr/>
          <p:nvPr/>
        </p:nvSpPr>
        <p:spPr>
          <a:xfrm>
            <a:off x="1524000" y="1905000"/>
            <a:ext cx="3556000" cy="2540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girar x2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2FE8243-4BC6-F3CD-4765-9CB4FCAB015A}"/>
              </a:ext>
            </a:extLst>
          </p:cNvPr>
          <p:cNvSpPr/>
          <p:nvPr/>
        </p:nvSpPr>
        <p:spPr>
          <a:xfrm>
            <a:off x="6858000" y="1905000"/>
            <a:ext cx="3556000" cy="2540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pulso x3</a:t>
            </a:r>
          </a:p>
        </p:txBody>
      </p:sp>
    </p:spTree>
    <p:extLst>
      <p:ext uri="{BB962C8B-B14F-4D97-AF65-F5344CB8AC3E}">
        <p14:creationId xmlns:p14="http://schemas.microsoft.com/office/powerpoint/2010/main" val="2318814738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169BB64-8CAA-DBF5-4C2D-6CF14A217B8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T5 auto-reverter: crescer e voltar, surgir e voltar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99507EE-D47F-0ABB-CB60-07881EF4DB35}"/>
              </a:ext>
            </a:extLst>
          </p:cNvPr>
          <p:cNvSpPr/>
          <p:nvPr/>
        </p:nvSpPr>
        <p:spPr>
          <a:xfrm>
            <a:off x="1524000" y="1905000"/>
            <a:ext cx="3556000" cy="2540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crescer + auto-rev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5BCD813-9977-7902-AAB6-950E478FAAFF}"/>
              </a:ext>
            </a:extLst>
          </p:cNvPr>
          <p:cNvSpPr/>
          <p:nvPr/>
        </p:nvSpPr>
        <p:spPr>
          <a:xfrm>
            <a:off x="6858000" y="1905000"/>
            <a:ext cx="3556000" cy="2540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surgir + auto-rev</a:t>
            </a:r>
          </a:p>
        </p:txBody>
      </p:sp>
    </p:spTree>
    <p:extLst>
      <p:ext uri="{BB962C8B-B14F-4D97-AF65-F5344CB8AC3E}">
        <p14:creationId xmlns:p14="http://schemas.microsoft.com/office/powerpoint/2010/main" val="2509647531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utoRev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" presetClass="entr" presetSubtype="4" autoRev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D22AA7C-C174-293A-AF07-D52880A00F7E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T6 retroceder ao terminar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69BE8B9-BCD6-A4BB-C020-E9EBC342FBC6}"/>
              </a:ext>
            </a:extLst>
          </p:cNvPr>
          <p:cNvSpPr/>
          <p:nvPr/>
        </p:nvSpPr>
        <p:spPr>
          <a:xfrm>
            <a:off x="1524000" y="1905000"/>
            <a:ext cx="3556000" cy="2540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esmaecer + retroceder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7A6948-594F-8B9A-B57B-A8A0213C074A}"/>
              </a:ext>
            </a:extLst>
          </p:cNvPr>
          <p:cNvSpPr/>
          <p:nvPr/>
        </p:nvSpPr>
        <p:spPr>
          <a:xfrm>
            <a:off x="6858000" y="1905000"/>
            <a:ext cx="3556000" cy="2540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girar + retroceder</a:t>
            </a:r>
          </a:p>
        </p:txBody>
      </p:sp>
    </p:spTree>
    <p:extLst>
      <p:ext uri="{BB962C8B-B14F-4D97-AF65-F5344CB8AC3E}">
        <p14:creationId xmlns:p14="http://schemas.microsoft.com/office/powerpoint/2010/main" val="3519980700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8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A0C076F-0B67-C49F-E11A-370257C22FE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T7 suavizar início/fim, quicar no fim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7821052-C95A-F642-E75B-34896A9F37B2}"/>
              </a:ext>
            </a:extLst>
          </p:cNvPr>
          <p:cNvSpPr/>
          <p:nvPr/>
        </p:nvSpPr>
        <p:spPr>
          <a:xfrm>
            <a:off x="762000" y="1397000"/>
            <a:ext cx="2540000" cy="1397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linear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49F5DF4-66A1-51C6-CA7F-0AE888D0806B}"/>
              </a:ext>
            </a:extLst>
          </p:cNvPr>
          <p:cNvSpPr/>
          <p:nvPr/>
        </p:nvSpPr>
        <p:spPr>
          <a:xfrm>
            <a:off x="762000" y="3175000"/>
            <a:ext cx="2540000" cy="1397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suave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7234D4B-CFF6-E485-1F2B-E1334136D836}"/>
              </a:ext>
            </a:extLst>
          </p:cNvPr>
          <p:cNvSpPr/>
          <p:nvPr/>
        </p:nvSpPr>
        <p:spPr>
          <a:xfrm>
            <a:off x="762000" y="4953000"/>
            <a:ext cx="2540000" cy="1397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quicar</a:t>
            </a:r>
          </a:p>
        </p:txBody>
      </p:sp>
    </p:spTree>
    <p:extLst>
      <p:ext uri="{BB962C8B-B14F-4D97-AF65-F5344CB8AC3E}">
        <p14:creationId xmlns:p14="http://schemas.microsoft.com/office/powerpoint/2010/main" val="640859007"/>
      </p:ext>
    </p:extLst>
  </p:cSld>
  <p:clrMapOvr>
    <a:masterClrMapping/>
  </p:clrMapOvr>
  <p:transition advTm="1000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3" presetClass="path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6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63" presetClass="path" presetSubtype="0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8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63" presetClass="path" presetSubtype="0" accel="50000" fill="hold" grpId="0" nodeType="withEffect" p14:presetBounceEnd="38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 p14:bounceEnd="38000">
                                          <p:cBhvr>
                                            <p:cTn id="10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 animBg="1"/>
          <p:bldP spid="5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3" presetClass="path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6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63" presetClass="path" presetSubtype="0" accel="50000" de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8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63" presetClass="path" presetSubtype="0" accel="5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.25 0 E" pathEditMode="relative" ptsTypes="">
                                          <p:cBhvr>
                                            <p:cTn id="10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 animBg="1"/>
          <p:bldP spid="5" grpId="0" animBg="1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2FFD9A6-6194-5746-7F1A-D7F3A999166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T8 três cliques + intervalo 4s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FB2CDE2-644C-9471-D7C3-3BA0AAD9F36B}"/>
              </a:ext>
            </a:extLst>
          </p:cNvPr>
          <p:cNvSpPr/>
          <p:nvPr/>
        </p:nvSpPr>
        <p:spPr>
          <a:xfrm>
            <a:off x="508000" y="2032000"/>
            <a:ext cx="3302000" cy="2540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clique 1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2ACCDBB-D570-220C-9318-32D214FB9555}"/>
              </a:ext>
            </a:extLst>
          </p:cNvPr>
          <p:cNvSpPr/>
          <p:nvPr/>
        </p:nvSpPr>
        <p:spPr>
          <a:xfrm>
            <a:off x="4318000" y="2032000"/>
            <a:ext cx="3302000" cy="2540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clique 2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D0A5224-462C-BB67-BBBE-0442079F645D}"/>
              </a:ext>
            </a:extLst>
          </p:cNvPr>
          <p:cNvSpPr/>
          <p:nvPr/>
        </p:nvSpPr>
        <p:spPr>
          <a:xfrm>
            <a:off x="8128000" y="2032000"/>
            <a:ext cx="3302000" cy="2540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clique 3</a:t>
            </a:r>
          </a:p>
        </p:txBody>
      </p:sp>
    </p:spTree>
    <p:extLst>
      <p:ext uri="{BB962C8B-B14F-4D97-AF65-F5344CB8AC3E}">
        <p14:creationId xmlns:p14="http://schemas.microsoft.com/office/powerpoint/2010/main" val="252260253"/>
      </p:ext>
    </p:extLst>
  </p:cSld>
  <p:clrMapOvr>
    <a:masterClrMapping/>
  </p:clrMapOvr>
  <p:transition advTm="4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1B3910C7-13AD-1E3C-F648-3D7B5DCED92C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T9 dois cliques SEM intervalo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5D08777-4239-DF24-510F-9DC8E16FAC59}"/>
              </a:ext>
            </a:extLst>
          </p:cNvPr>
          <p:cNvSpPr/>
          <p:nvPr/>
        </p:nvSpPr>
        <p:spPr>
          <a:xfrm>
            <a:off x="1778000" y="2032000"/>
            <a:ext cx="3810000" cy="2540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clique 1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CF94751-1F29-C93F-A51E-3E4D513687A3}"/>
              </a:ext>
            </a:extLst>
          </p:cNvPr>
          <p:cNvSpPr/>
          <p:nvPr/>
        </p:nvSpPr>
        <p:spPr>
          <a:xfrm>
            <a:off x="6350000" y="2032000"/>
            <a:ext cx="3810000" cy="2540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clique 2</a:t>
            </a:r>
          </a:p>
        </p:txBody>
      </p:sp>
    </p:spTree>
    <p:extLst>
      <p:ext uri="{BB962C8B-B14F-4D97-AF65-F5344CB8AC3E}">
        <p14:creationId xmlns:p14="http://schemas.microsoft.com/office/powerpoint/2010/main" val="42511704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69764C7E-35D4-E805-6AAC-04AEF50494D0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T10 intervalo 0s + cadeia após anterior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C3713AD-9BA7-B3DF-4A51-51F423A35BBE}"/>
              </a:ext>
            </a:extLst>
          </p:cNvPr>
          <p:cNvSpPr/>
          <p:nvPr/>
        </p:nvSpPr>
        <p:spPr>
          <a:xfrm>
            <a:off x="1524000" y="1905000"/>
            <a:ext cx="3556000" cy="2540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esmaecer 1s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BF69809-113D-EECF-98F6-D9B609CA1375}"/>
              </a:ext>
            </a:extLst>
          </p:cNvPr>
          <p:cNvSpPr/>
          <p:nvPr/>
        </p:nvSpPr>
        <p:spPr>
          <a:xfrm>
            <a:off x="6858000" y="1905000"/>
            <a:ext cx="3556000" cy="2540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zoom 1s</a:t>
            </a:r>
          </a:p>
        </p:txBody>
      </p:sp>
    </p:spTree>
    <p:extLst>
      <p:ext uri="{BB962C8B-B14F-4D97-AF65-F5344CB8AC3E}">
        <p14:creationId xmlns:p14="http://schemas.microsoft.com/office/powerpoint/2010/main" val="856650018"/>
      </p:ext>
    </p:extLst>
  </p:cSld>
  <p:clrMapOvr>
    <a:masterClrMapping/>
  </p:clrMapOvr>
  <p:transition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C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3EFD90E9-49B0-09B4-41C3-7F76AD7982F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T11 OCULTO — não pode aparecer</a:t>
            </a:r>
          </a:p>
        </p:txBody>
      </p:sp>
    </p:spTree>
    <p:extLst>
      <p:ext uri="{BB962C8B-B14F-4D97-AF65-F5344CB8AC3E}">
        <p14:creationId xmlns:p14="http://schemas.microsoft.com/office/powerpoint/2010/main" val="3141250847"/>
      </p:ext>
    </p:extLst>
  </p:cSld>
  <p:clrMapOvr>
    <a:masterClrMapping/>
  </p:clrMapOvr>
  <p:transition advTm="10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ED9B2C2D-BA6B-1B69-1F35-7AFF37012BA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T12 gatilho interativo (não dispara sozinho)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3A5CE2E-5B01-27DD-78F9-9B4B654A0D70}"/>
              </a:ext>
            </a:extLst>
          </p:cNvPr>
          <p:cNvSpPr/>
          <p:nvPr/>
        </p:nvSpPr>
        <p:spPr>
          <a:xfrm>
            <a:off x="762000" y="1778000"/>
            <a:ext cx="3048000" cy="1524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botão gatilho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821E186-26E2-ACF4-5B9B-FC9CD32EC7FC}"/>
              </a:ext>
            </a:extLst>
          </p:cNvPr>
          <p:cNvSpPr/>
          <p:nvPr/>
        </p:nvSpPr>
        <p:spPr>
          <a:xfrm>
            <a:off x="4572000" y="1778000"/>
            <a:ext cx="3048000" cy="1524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alvo do gatilho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95B3ED3-04CA-AA91-A3A2-F238DAE6AA64}"/>
              </a:ext>
            </a:extLst>
          </p:cNvPr>
          <p:cNvSpPr/>
          <p:nvPr/>
        </p:nvSpPr>
        <p:spPr>
          <a:xfrm>
            <a:off x="8382000" y="1778000"/>
            <a:ext cx="3048000" cy="1524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normal após</a:t>
            </a:r>
          </a:p>
        </p:txBody>
      </p:sp>
    </p:spTree>
    <p:extLst>
      <p:ext uri="{BB962C8B-B14F-4D97-AF65-F5344CB8AC3E}">
        <p14:creationId xmlns:p14="http://schemas.microsoft.com/office/powerpoint/2010/main" val="1592919241"/>
      </p:ext>
    </p:extLst>
  </p:cSld>
  <p:clrMapOvr>
    <a:masterClrMapping/>
  </p:clrMapOvr>
  <p:transition advTm="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5B283AB2-99BD-D43C-B427-04C6E29FC2B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T13 entra, sai e entra de novo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0DFF501-6BC6-ADBD-084E-238605475967}"/>
              </a:ext>
            </a:extLst>
          </p:cNvPr>
          <p:cNvSpPr/>
          <p:nvPr/>
        </p:nvSpPr>
        <p:spPr>
          <a:xfrm>
            <a:off x="4318000" y="1905000"/>
            <a:ext cx="3556000" cy="2540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FFFFFF"/>
                </a:solidFill>
              </a:rPr>
              <a:t>vai e volta</a:t>
            </a:r>
          </a:p>
        </p:txBody>
      </p:sp>
    </p:spTree>
    <p:extLst>
      <p:ext uri="{BB962C8B-B14F-4D97-AF65-F5344CB8AC3E}">
        <p14:creationId xmlns:p14="http://schemas.microsoft.com/office/powerpoint/2010/main" val="2121853697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16" fill="hold" grpId="2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E77BB0A-E119-BBD9-378F-9C83E3B1B1E7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T14 transição de 2s, intervalo 2s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95AE80-C0D8-A6B6-F69F-1252DC8071D4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93B034E-D376-035F-CAE2-4E8EB9619ADE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A9DA5DFF-A2A1-DE88-EDDF-12227C6568B1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81E016D-BF93-89CF-A05C-B42E38E52EA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CADC444-4784-6CB3-8085-7B5163E3868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46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>
        <p:push/>
      </p:transition>
    </mc:Choice>
    <mc:Fallback>
      <p:transition spd="slow" advTm="2000">
        <p:push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70466341-865B-69F5-DE47-A57FF9BF0D0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FFFFFF"/>
                </a:solidFill>
              </a:rPr>
              <a:t>T15 fim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38A73C-C8C4-3924-4E99-A84BFF375946}"/>
              </a:ext>
            </a:extLst>
          </p:cNvPr>
          <p:cNvSpPr txBox="1"/>
          <p:nvPr/>
        </p:nvSpPr>
        <p:spPr>
          <a:xfrm>
            <a:off x="381000" y="1143000"/>
            <a:ext cx="4826000" cy="30162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9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52B0518-94F2-F42B-D0B1-42760B98FD6B}"/>
              </a:ext>
            </a:extLst>
          </p:cNvPr>
          <p:cNvSpPr/>
          <p:nvPr/>
        </p:nvSpPr>
        <p:spPr>
          <a:xfrm>
            <a:off x="5461000" y="1270000"/>
            <a:ext cx="2159000" cy="21590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80384FE6-53D7-A843-E676-F053BF1CB6EC}"/>
              </a:ext>
            </a:extLst>
          </p:cNvPr>
          <p:cNvSpPr/>
          <p:nvPr/>
        </p:nvSpPr>
        <p:spPr>
          <a:xfrm>
            <a:off x="8128000" y="1270000"/>
            <a:ext cx="2413000" cy="2159000"/>
          </a:xfrm>
          <a:prstGeom prst="triangle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DA3F144-1FA0-A04F-04B8-E2EF6213F63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3810000"/>
            <a:ext cx="3810000" cy="23876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B48DCC5-F46F-ADC0-B048-ACC313CBEC7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0" y="3810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93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ut thruBlk="1"/>
      </p:transition>
    </mc:Choice>
    <mc:Fallback>
      <p:transition spd="slow" advTm="1000">
        <p:cut thruBlk="1"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Personalizar</PresentationFormat>
  <Paragraphs>48</Paragraphs>
  <Slides>15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2026-10-05T20:53:31Z</dcterms:created>
  <dcterms:modified xsi:type="dcterms:W3CDTF">2026-10-05T20:53:31Z</dcterms:modified>
</cp:coreProperties>
</file>