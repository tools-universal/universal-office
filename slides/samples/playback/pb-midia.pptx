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E-48A4-9C0F-20C50FEAD49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DE-48A4-9C0F-20C50FEAD49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DE-48A4-9C0F-20C50FEAD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8274160"/>
        <c:axId val="436917583"/>
      </c:barChart>
      <c:catAx>
        <c:axId val="308274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36917583"/>
        <c:crosses val="autoZero"/>
        <c:auto val="1"/>
        <c:lblAlgn val="ctr"/>
        <c:lblOffset val="100"/>
        <c:noMultiLvlLbl val="0"/>
      </c:catAx>
      <c:valAx>
        <c:axId val="436917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8274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26A6D-C118-40BB-A1E2-7E3272434A9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pt-BR"/>
        </a:p>
      </dgm:t>
    </dgm:pt>
    <dgm:pt modelId="{348833BA-0C14-4DE2-A459-A41A1FBF3D74}">
      <dgm:prSet phldrT="[Texto]" phldr="1"/>
      <dgm:spPr/>
      <dgm:t>
        <a:bodyPr/>
        <a:lstStyle/>
        <a:p>
          <a:endParaRPr lang="pt-BR"/>
        </a:p>
      </dgm:t>
    </dgm:pt>
    <dgm:pt modelId="{1E7D8E53-8F3A-4ABC-A8B6-76482D9CA4F5}" type="parTrans" cxnId="{2D65D3A6-297C-4C61-BA6C-7E74FE7AFD05}">
      <dgm:prSet/>
      <dgm:spPr/>
      <dgm:t>
        <a:bodyPr/>
        <a:lstStyle/>
        <a:p>
          <a:endParaRPr lang="pt-BR"/>
        </a:p>
      </dgm:t>
    </dgm:pt>
    <dgm:pt modelId="{6705CF66-CF62-4777-8B6A-848B41677667}" type="sibTrans" cxnId="{2D65D3A6-297C-4C61-BA6C-7E74FE7AFD05}">
      <dgm:prSet/>
      <dgm:spPr/>
      <dgm:t>
        <a:bodyPr/>
        <a:lstStyle/>
        <a:p>
          <a:endParaRPr lang="pt-BR"/>
        </a:p>
      </dgm:t>
    </dgm:pt>
    <dgm:pt modelId="{26037283-2031-41FF-964A-6D2ADFA3BEBD}">
      <dgm:prSet phldrT="[Texto]" phldr="1"/>
      <dgm:spPr/>
      <dgm:t>
        <a:bodyPr/>
        <a:lstStyle/>
        <a:p>
          <a:endParaRPr lang="pt-BR"/>
        </a:p>
      </dgm:t>
    </dgm:pt>
    <dgm:pt modelId="{CE6DEEF4-23BE-4A13-8E9C-F7882D65CABA}" type="parTrans" cxnId="{164B1896-055F-4D82-A5C1-03084C567F4D}">
      <dgm:prSet/>
      <dgm:spPr/>
      <dgm:t>
        <a:bodyPr/>
        <a:lstStyle/>
        <a:p>
          <a:endParaRPr lang="pt-BR"/>
        </a:p>
      </dgm:t>
    </dgm:pt>
    <dgm:pt modelId="{7A6F06B6-37EA-4071-9B66-88CF92746A1A}" type="sibTrans" cxnId="{164B1896-055F-4D82-A5C1-03084C567F4D}">
      <dgm:prSet/>
      <dgm:spPr/>
      <dgm:t>
        <a:bodyPr/>
        <a:lstStyle/>
        <a:p>
          <a:endParaRPr lang="pt-BR"/>
        </a:p>
      </dgm:t>
    </dgm:pt>
    <dgm:pt modelId="{AF11494C-768B-45C5-BD30-20A9636ED2D8}">
      <dgm:prSet phldrT="[Texto]" phldr="1"/>
      <dgm:spPr/>
      <dgm:t>
        <a:bodyPr/>
        <a:lstStyle/>
        <a:p>
          <a:endParaRPr lang="pt-BR"/>
        </a:p>
      </dgm:t>
    </dgm:pt>
    <dgm:pt modelId="{E271502F-C473-4749-AA2E-F95ABD55A909}" type="parTrans" cxnId="{EBB0BF14-EAFE-4BAA-A746-E0B27F9B4733}">
      <dgm:prSet/>
      <dgm:spPr/>
      <dgm:t>
        <a:bodyPr/>
        <a:lstStyle/>
        <a:p>
          <a:endParaRPr lang="pt-BR"/>
        </a:p>
      </dgm:t>
    </dgm:pt>
    <dgm:pt modelId="{16F8478B-7C90-418B-90C5-A4D277921E81}" type="sibTrans" cxnId="{EBB0BF14-EAFE-4BAA-A746-E0B27F9B4733}">
      <dgm:prSet/>
      <dgm:spPr/>
      <dgm:t>
        <a:bodyPr/>
        <a:lstStyle/>
        <a:p>
          <a:endParaRPr lang="pt-BR"/>
        </a:p>
      </dgm:t>
    </dgm:pt>
    <dgm:pt modelId="{0E6956D7-7064-4809-BA29-0E2DFA6FF86C}">
      <dgm:prSet phldrT="[Texto]" phldr="1"/>
      <dgm:spPr/>
      <dgm:t>
        <a:bodyPr/>
        <a:lstStyle/>
        <a:p>
          <a:endParaRPr lang="pt-BR"/>
        </a:p>
      </dgm:t>
    </dgm:pt>
    <dgm:pt modelId="{A69654C6-0A58-4A27-8B4D-6C268FCDD0B0}" type="parTrans" cxnId="{2599CC9A-36EF-4E3D-A258-22103AC10F4C}">
      <dgm:prSet/>
      <dgm:spPr/>
      <dgm:t>
        <a:bodyPr/>
        <a:lstStyle/>
        <a:p>
          <a:endParaRPr lang="pt-BR"/>
        </a:p>
      </dgm:t>
    </dgm:pt>
    <dgm:pt modelId="{4567C175-1837-4946-B34D-EDA73B132E24}" type="sibTrans" cxnId="{2599CC9A-36EF-4E3D-A258-22103AC10F4C}">
      <dgm:prSet/>
      <dgm:spPr/>
      <dgm:t>
        <a:bodyPr/>
        <a:lstStyle/>
        <a:p>
          <a:endParaRPr lang="pt-BR"/>
        </a:p>
      </dgm:t>
    </dgm:pt>
    <dgm:pt modelId="{0003D047-C91B-4212-989D-4DD6509BE8B2}">
      <dgm:prSet phldrT="[Texto]" phldr="1"/>
      <dgm:spPr/>
      <dgm:t>
        <a:bodyPr/>
        <a:lstStyle/>
        <a:p>
          <a:endParaRPr lang="pt-BR"/>
        </a:p>
      </dgm:t>
    </dgm:pt>
    <dgm:pt modelId="{4E241D3B-3D96-45C8-980A-6D8105E78928}" type="parTrans" cxnId="{FEA4FCAE-5518-49EB-81FD-82B9B82D2F98}">
      <dgm:prSet/>
      <dgm:spPr/>
      <dgm:t>
        <a:bodyPr/>
        <a:lstStyle/>
        <a:p>
          <a:endParaRPr lang="pt-BR"/>
        </a:p>
      </dgm:t>
    </dgm:pt>
    <dgm:pt modelId="{8745ED76-903B-4F42-89DA-51BA63BB24B4}" type="sibTrans" cxnId="{FEA4FCAE-5518-49EB-81FD-82B9B82D2F98}">
      <dgm:prSet/>
      <dgm:spPr/>
      <dgm:t>
        <a:bodyPr/>
        <a:lstStyle/>
        <a:p>
          <a:endParaRPr lang="pt-BR"/>
        </a:p>
      </dgm:t>
    </dgm:pt>
    <dgm:pt modelId="{12E7F477-4405-4E3D-9E02-B502AEC6DCA8}" type="pres">
      <dgm:prSet presAssocID="{4BE26A6D-C118-40BB-A1E2-7E3272434A9D}" presName="diagram" presStyleCnt="0">
        <dgm:presLayoutVars>
          <dgm:dir/>
          <dgm:resizeHandles val="exact"/>
        </dgm:presLayoutVars>
      </dgm:prSet>
      <dgm:spPr/>
    </dgm:pt>
    <dgm:pt modelId="{0319ACE4-8BF9-4679-9C4E-F0EBB98A74D5}" type="pres">
      <dgm:prSet presAssocID="{348833BA-0C14-4DE2-A459-A41A1FBF3D74}" presName="node" presStyleLbl="node1" presStyleIdx="0" presStyleCnt="5">
        <dgm:presLayoutVars>
          <dgm:bulletEnabled val="1"/>
        </dgm:presLayoutVars>
      </dgm:prSet>
      <dgm:spPr/>
    </dgm:pt>
    <dgm:pt modelId="{AD6C0490-6BFA-447B-9EBB-0EFE10347DEF}" type="pres">
      <dgm:prSet presAssocID="{6705CF66-CF62-4777-8B6A-848B41677667}" presName="sibTrans" presStyleCnt="0"/>
      <dgm:spPr/>
    </dgm:pt>
    <dgm:pt modelId="{245B476A-DFF8-48D5-BC78-42376DDC70C7}" type="pres">
      <dgm:prSet presAssocID="{26037283-2031-41FF-964A-6D2ADFA3BEBD}" presName="node" presStyleLbl="node1" presStyleIdx="1" presStyleCnt="5">
        <dgm:presLayoutVars>
          <dgm:bulletEnabled val="1"/>
        </dgm:presLayoutVars>
      </dgm:prSet>
      <dgm:spPr/>
    </dgm:pt>
    <dgm:pt modelId="{4E68D2A0-C1D3-4722-9F07-D412BAC3A2D4}" type="pres">
      <dgm:prSet presAssocID="{7A6F06B6-37EA-4071-9B66-88CF92746A1A}" presName="sibTrans" presStyleCnt="0"/>
      <dgm:spPr/>
    </dgm:pt>
    <dgm:pt modelId="{1D0B3D6A-F76F-4E98-A14C-4B3E9F94B170}" type="pres">
      <dgm:prSet presAssocID="{AF11494C-768B-45C5-BD30-20A9636ED2D8}" presName="node" presStyleLbl="node1" presStyleIdx="2" presStyleCnt="5">
        <dgm:presLayoutVars>
          <dgm:bulletEnabled val="1"/>
        </dgm:presLayoutVars>
      </dgm:prSet>
      <dgm:spPr/>
    </dgm:pt>
    <dgm:pt modelId="{06112FD0-E6CD-4B15-8404-6D1ED2BEE846}" type="pres">
      <dgm:prSet presAssocID="{16F8478B-7C90-418B-90C5-A4D277921E81}" presName="sibTrans" presStyleCnt="0"/>
      <dgm:spPr/>
    </dgm:pt>
    <dgm:pt modelId="{F7A134AB-1686-4953-8CCD-5D9100122FE6}" type="pres">
      <dgm:prSet presAssocID="{0E6956D7-7064-4809-BA29-0E2DFA6FF86C}" presName="node" presStyleLbl="node1" presStyleIdx="3" presStyleCnt="5">
        <dgm:presLayoutVars>
          <dgm:bulletEnabled val="1"/>
        </dgm:presLayoutVars>
      </dgm:prSet>
      <dgm:spPr/>
    </dgm:pt>
    <dgm:pt modelId="{EE460EAB-6CA2-4268-8AFB-395E561B99A3}" type="pres">
      <dgm:prSet presAssocID="{4567C175-1837-4946-B34D-EDA73B132E24}" presName="sibTrans" presStyleCnt="0"/>
      <dgm:spPr/>
    </dgm:pt>
    <dgm:pt modelId="{C9801569-7435-4AA0-8659-14E5AE103AD9}" type="pres">
      <dgm:prSet presAssocID="{0003D047-C91B-4212-989D-4DD6509BE8B2}" presName="node" presStyleLbl="node1" presStyleIdx="4" presStyleCnt="5">
        <dgm:presLayoutVars>
          <dgm:bulletEnabled val="1"/>
        </dgm:presLayoutVars>
      </dgm:prSet>
      <dgm:spPr/>
    </dgm:pt>
  </dgm:ptLst>
  <dgm:cxnLst>
    <dgm:cxn modelId="{EBB0BF14-EAFE-4BAA-A746-E0B27F9B4733}" srcId="{4BE26A6D-C118-40BB-A1E2-7E3272434A9D}" destId="{AF11494C-768B-45C5-BD30-20A9636ED2D8}" srcOrd="2" destOrd="0" parTransId="{E271502F-C473-4749-AA2E-F95ABD55A909}" sibTransId="{16F8478B-7C90-418B-90C5-A4D277921E81}"/>
    <dgm:cxn modelId="{044BA625-4F0A-4FD8-B2C0-E33BD3781BDD}" type="presOf" srcId="{4BE26A6D-C118-40BB-A1E2-7E3272434A9D}" destId="{12E7F477-4405-4E3D-9E02-B502AEC6DCA8}" srcOrd="0" destOrd="0" presId="urn:microsoft.com/office/officeart/2005/8/layout/default"/>
    <dgm:cxn modelId="{A4E5CC8A-2FAE-4E62-8212-C41A6C0167DB}" type="presOf" srcId="{0E6956D7-7064-4809-BA29-0E2DFA6FF86C}" destId="{F7A134AB-1686-4953-8CCD-5D9100122FE6}" srcOrd="0" destOrd="0" presId="urn:microsoft.com/office/officeart/2005/8/layout/default"/>
    <dgm:cxn modelId="{164B1896-055F-4D82-A5C1-03084C567F4D}" srcId="{4BE26A6D-C118-40BB-A1E2-7E3272434A9D}" destId="{26037283-2031-41FF-964A-6D2ADFA3BEBD}" srcOrd="1" destOrd="0" parTransId="{CE6DEEF4-23BE-4A13-8E9C-F7882D65CABA}" sibTransId="{7A6F06B6-37EA-4071-9B66-88CF92746A1A}"/>
    <dgm:cxn modelId="{2599CC9A-36EF-4E3D-A258-22103AC10F4C}" srcId="{4BE26A6D-C118-40BB-A1E2-7E3272434A9D}" destId="{0E6956D7-7064-4809-BA29-0E2DFA6FF86C}" srcOrd="3" destOrd="0" parTransId="{A69654C6-0A58-4A27-8B4D-6C268FCDD0B0}" sibTransId="{4567C175-1837-4946-B34D-EDA73B132E24}"/>
    <dgm:cxn modelId="{3A37639D-48C6-4537-B022-1FA3A859F997}" type="presOf" srcId="{AF11494C-768B-45C5-BD30-20A9636ED2D8}" destId="{1D0B3D6A-F76F-4E98-A14C-4B3E9F94B170}" srcOrd="0" destOrd="0" presId="urn:microsoft.com/office/officeart/2005/8/layout/default"/>
    <dgm:cxn modelId="{AC46D2A0-2959-4ACB-A786-159D1D459333}" type="presOf" srcId="{348833BA-0C14-4DE2-A459-A41A1FBF3D74}" destId="{0319ACE4-8BF9-4679-9C4E-F0EBB98A74D5}" srcOrd="0" destOrd="0" presId="urn:microsoft.com/office/officeart/2005/8/layout/default"/>
    <dgm:cxn modelId="{2D65D3A6-297C-4C61-BA6C-7E74FE7AFD05}" srcId="{4BE26A6D-C118-40BB-A1E2-7E3272434A9D}" destId="{348833BA-0C14-4DE2-A459-A41A1FBF3D74}" srcOrd="0" destOrd="0" parTransId="{1E7D8E53-8F3A-4ABC-A8B6-76482D9CA4F5}" sibTransId="{6705CF66-CF62-4777-8B6A-848B41677667}"/>
    <dgm:cxn modelId="{2924BBA9-0DDF-4B33-9B88-E8F3CECCD053}" type="presOf" srcId="{0003D047-C91B-4212-989D-4DD6509BE8B2}" destId="{C9801569-7435-4AA0-8659-14E5AE103AD9}" srcOrd="0" destOrd="0" presId="urn:microsoft.com/office/officeart/2005/8/layout/default"/>
    <dgm:cxn modelId="{FEA4FCAE-5518-49EB-81FD-82B9B82D2F98}" srcId="{4BE26A6D-C118-40BB-A1E2-7E3272434A9D}" destId="{0003D047-C91B-4212-989D-4DD6509BE8B2}" srcOrd="4" destOrd="0" parTransId="{4E241D3B-3D96-45C8-980A-6D8105E78928}" sibTransId="{8745ED76-903B-4F42-89DA-51BA63BB24B4}"/>
    <dgm:cxn modelId="{8D8D3FF7-DD5D-415F-BA76-4640EB7F8914}" type="presOf" srcId="{26037283-2031-41FF-964A-6D2ADFA3BEBD}" destId="{245B476A-DFF8-48D5-BC78-42376DDC70C7}" srcOrd="0" destOrd="0" presId="urn:microsoft.com/office/officeart/2005/8/layout/default"/>
    <dgm:cxn modelId="{5DD9B16A-C1E3-4C78-8A98-730C1A1D777F}" type="presParOf" srcId="{12E7F477-4405-4E3D-9E02-B502AEC6DCA8}" destId="{0319ACE4-8BF9-4679-9C4E-F0EBB98A74D5}" srcOrd="0" destOrd="0" presId="urn:microsoft.com/office/officeart/2005/8/layout/default"/>
    <dgm:cxn modelId="{DE785C0A-C5C4-4538-8CF9-379FD51A7363}" type="presParOf" srcId="{12E7F477-4405-4E3D-9E02-B502AEC6DCA8}" destId="{AD6C0490-6BFA-447B-9EBB-0EFE10347DEF}" srcOrd="1" destOrd="0" presId="urn:microsoft.com/office/officeart/2005/8/layout/default"/>
    <dgm:cxn modelId="{E056492D-E79B-4850-8AA8-0E8D906D7E57}" type="presParOf" srcId="{12E7F477-4405-4E3D-9E02-B502AEC6DCA8}" destId="{245B476A-DFF8-48D5-BC78-42376DDC70C7}" srcOrd="2" destOrd="0" presId="urn:microsoft.com/office/officeart/2005/8/layout/default"/>
    <dgm:cxn modelId="{7FC6D9D3-2EA1-45C2-B060-7F0CC3BDD236}" type="presParOf" srcId="{12E7F477-4405-4E3D-9E02-B502AEC6DCA8}" destId="{4E68D2A0-C1D3-4722-9F07-D412BAC3A2D4}" srcOrd="3" destOrd="0" presId="urn:microsoft.com/office/officeart/2005/8/layout/default"/>
    <dgm:cxn modelId="{1CE02FAB-6478-4933-9AFF-1083097458F0}" type="presParOf" srcId="{12E7F477-4405-4E3D-9E02-B502AEC6DCA8}" destId="{1D0B3D6A-F76F-4E98-A14C-4B3E9F94B170}" srcOrd="4" destOrd="0" presId="urn:microsoft.com/office/officeart/2005/8/layout/default"/>
    <dgm:cxn modelId="{03713AEA-FD2A-4F54-9337-8116E7D55109}" type="presParOf" srcId="{12E7F477-4405-4E3D-9E02-B502AEC6DCA8}" destId="{06112FD0-E6CD-4B15-8404-6D1ED2BEE846}" srcOrd="5" destOrd="0" presId="urn:microsoft.com/office/officeart/2005/8/layout/default"/>
    <dgm:cxn modelId="{73DDE72B-96F4-4153-A364-46A0EF146D1B}" type="presParOf" srcId="{12E7F477-4405-4E3D-9E02-B502AEC6DCA8}" destId="{F7A134AB-1686-4953-8CCD-5D9100122FE6}" srcOrd="6" destOrd="0" presId="urn:microsoft.com/office/officeart/2005/8/layout/default"/>
    <dgm:cxn modelId="{9634C8A2-256B-4A64-A457-9719B1954250}" type="presParOf" srcId="{12E7F477-4405-4E3D-9E02-B502AEC6DCA8}" destId="{EE460EAB-6CA2-4268-8AFB-395E561B99A3}" srcOrd="7" destOrd="0" presId="urn:microsoft.com/office/officeart/2005/8/layout/default"/>
    <dgm:cxn modelId="{6CDFBF6A-BDE9-4CB4-AAAA-3F59D88DDD6B}" type="presParOf" srcId="{12E7F477-4405-4E3D-9E02-B502AEC6DCA8}" destId="{C9801569-7435-4AA0-8659-14E5AE103AD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9ACE4-8BF9-4679-9C4E-F0EBB98A74D5}">
      <dsp:nvSpPr>
        <dsp:cNvPr id="0" name=""/>
        <dsp:cNvSpPr/>
      </dsp:nvSpPr>
      <dsp:spPr>
        <a:xfrm>
          <a:off x="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0" y="349249"/>
        <a:ext cx="3174999" cy="1904999"/>
      </dsp:txXfrm>
    </dsp:sp>
    <dsp:sp modelId="{245B476A-DFF8-48D5-BC78-42376DDC70C7}">
      <dsp:nvSpPr>
        <dsp:cNvPr id="0" name=""/>
        <dsp:cNvSpPr/>
      </dsp:nvSpPr>
      <dsp:spPr>
        <a:xfrm>
          <a:off x="34925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3492500" y="349249"/>
        <a:ext cx="3174999" cy="1904999"/>
      </dsp:txXfrm>
    </dsp:sp>
    <dsp:sp modelId="{1D0B3D6A-F76F-4E98-A14C-4B3E9F94B170}">
      <dsp:nvSpPr>
        <dsp:cNvPr id="0" name=""/>
        <dsp:cNvSpPr/>
      </dsp:nvSpPr>
      <dsp:spPr>
        <a:xfrm>
          <a:off x="69850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6985000" y="349249"/>
        <a:ext cx="3174999" cy="1904999"/>
      </dsp:txXfrm>
    </dsp:sp>
    <dsp:sp modelId="{F7A134AB-1686-4953-8CCD-5D9100122FE6}">
      <dsp:nvSpPr>
        <dsp:cNvPr id="0" name=""/>
        <dsp:cNvSpPr/>
      </dsp:nvSpPr>
      <dsp:spPr>
        <a:xfrm>
          <a:off x="1746250" y="2571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1746250" y="2571750"/>
        <a:ext cx="3174999" cy="1904999"/>
      </dsp:txXfrm>
    </dsp:sp>
    <dsp:sp modelId="{C9801569-7435-4AA0-8659-14E5AE103AD9}">
      <dsp:nvSpPr>
        <dsp:cNvPr id="0" name=""/>
        <dsp:cNvSpPr/>
      </dsp:nvSpPr>
      <dsp:spPr>
        <a:xfrm>
          <a:off x="5238750" y="2571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5238750" y="2571749"/>
        <a:ext cx="3174999" cy="1904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86C01-07B0-3DFA-3D1C-26414244E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49F33E-A0AA-B5A2-9987-BA0D3150B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A126C0-617F-ECED-58E9-FA1CF6AD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28C6E2-E53C-1694-17B6-3F7904F1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EC46E2-4625-9179-4F7F-083B4C87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71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4D7D7-9ED2-60D8-574B-1B9F63801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D15767-BFAD-5831-67D7-9738428C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374A8B-60DC-6381-1852-2F1132CE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8F0870-513F-D5CD-6399-3F2A2469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BC7012-124F-8072-878C-ED2A0996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34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3A44E-9091-E724-4291-D619A667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E489C-0DDB-6410-7B0A-1291B5CCF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33F1B2-18B0-00B5-2751-3B343F51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88E2C1-F38A-E45B-23A5-BFA5427B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ABDB9-37CE-DB81-AC62-DDB93A59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64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F0684-5480-5C41-B2CC-C05BF478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A03AAF-3232-7C48-5646-C27F86CA4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3B16CE-BE7D-FC72-4820-1688EBFB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2C3AA9-123F-684A-03A9-107142BD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8C72B1-A52B-9885-B9C3-01483F98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F8941C-24C0-9F6C-6C20-69DEEF92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93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F6C99-D28B-A7FC-02C4-D93DA6EA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659DAC-2534-C85C-28D6-1F2E3F102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30E48D-FFC6-5099-0879-134DEB8BA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9E819E-68CD-A0C4-C27F-E9DDF8812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0B237A-C8AD-AA78-4E6A-85831E670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99302A-7B0D-5438-6192-EEDBEDFC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A0A1F9-AC4B-79EB-EB00-95677194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BBC9A8-CCBA-98E5-78FD-555E38AA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91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362F1-230B-FFD3-D864-B1046AD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DCE85F-3C04-D7C8-A3B4-C1DF97CF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CB8F24-6817-1767-0681-D798EB00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2CCB83-6ACA-7175-1064-9DC48FF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61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F07A11-820E-BD28-36C8-5F401792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8D0C7B-4EBA-67A3-F212-673C32B6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DA633D-9D36-8B1E-74C4-B9E8E5E9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44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13281-10E2-4DDE-4864-97CC7CE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D27A2-8D57-262F-F54C-38833BFA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B155DF-C04A-D852-1BAE-664CD2CA2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BACBF8-5319-CE6A-83E2-751DA25C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6C1D04-8865-E9E3-098A-3DC56409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1BA23C-EBA4-2E20-A5DF-D0CFB9DB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714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8D4AC-5C82-89EE-5C96-8578F078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47B899-889C-5B47-BC07-742BD4128A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724F19-13AE-1459-1F44-CA00C0D8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BD68DF-EA3A-DF75-1AD7-B3780F0E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C0308C-112B-C4A7-9FEB-7CAF3FFB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899D29-F9D9-FFB5-706D-E4CE97E8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17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DA7E6-872E-0FCD-6EA6-9027959F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F8D3A1-BF2E-7C83-7A2C-4B49677F9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1241FC-AC32-D04D-A73D-EE5D29E7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1C7DD8-15A9-7BD3-6E7B-5C7AFF75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4B280E-6FF2-0BFB-0823-2CC5C982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84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45EB4A-4A79-DFA0-32D4-8675BA383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899896-4B33-D8B3-3323-55AD85B5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8B1218-6A3F-EBFC-D01F-044AB38C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173CFB-BA0B-C71E-DF66-057ED75C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00C4DC-8303-BD97-E484-E7F12246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51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A162C4C-596A-CE7A-3398-F2BDE074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72B0C2-A040-CB08-B5BD-DAE7AEDB6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FA590-44D0-4D2C-AF44-4176EDFF5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B8AB9-EBF2-4F21-998A-D699FBD6ACE2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33E90F-3D7A-C691-28FB-4BC5EB615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34E4BD-A408-DF37-92AD-73C280426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4B4E6-6B7F-4853-A65E-76B1F8BBD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9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6CAEBCD-CD88-F532-859C-991187966E3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M1 vídeo (reprodução automática)</a:t>
            </a:r>
          </a:p>
        </p:txBody>
      </p:sp>
      <p:pic>
        <p:nvPicPr>
          <p:cNvPr id="3" name="clip">
            <a:hlinkClick r:id="" action="ppaction://media"/>
            <a:extLst>
              <a:ext uri="{FF2B5EF4-FFF2-40B4-BE49-F238E27FC236}">
                <a16:creationId xmlns:a16="http://schemas.microsoft.com/office/drawing/2014/main" id="{C34250F2-E72C-2FD3-B42C-8F49F44591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40000" y="1143000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88204"/>
      </p:ext>
    </p:extLst>
  </p:cSld>
  <p:clrMapOvr>
    <a:masterClrMapping/>
  </p:clrMapOvr>
  <p:transition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5AEFEE7-4EA9-8DD8-3C6F-C3C22CF1B29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M2 áudio (reprodução automática)</a:t>
            </a:r>
          </a:p>
        </p:txBody>
      </p:sp>
      <p:pic>
        <p:nvPicPr>
          <p:cNvPr id="3" name="beep">
            <a:hlinkClick r:id="" action="ppaction://media"/>
            <a:extLst>
              <a:ext uri="{FF2B5EF4-FFF2-40B4-BE49-F238E27FC236}">
                <a16:creationId xmlns:a16="http://schemas.microsoft.com/office/drawing/2014/main" id="{41F9D6AD-CFDB-7A54-9B49-14260C25A7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88000" y="29210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64483"/>
      </p:ext>
    </p:extLst>
  </p:cSld>
  <p:clrMapOvr>
    <a:masterClrMapping/>
  </p:clrMapOvr>
  <p:transition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A02CB11-2F91-5881-422D-3613964D9B7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M3 GIF animado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E2297F-972A-AEB0-F05D-79A88213D0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397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62543"/>
      </p:ext>
    </p:extLst>
  </p:cSld>
  <p:clrMapOvr>
    <a:masterClrMapping/>
  </p:clrMapOvr>
  <p:transition advTm="3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1A733BA-30DB-CB3F-F18C-350009754A6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M4 gráfico — revelar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A7F8CC66-F4D8-1F08-DDBB-392F4A8092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9336177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440490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8ACCC2C-A2A2-680E-9E99-A52ADE71B85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M5 SmartArt — esmaecer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1002700-D308-49D7-4D7A-D6B492754B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7650991"/>
              </p:ext>
            </p:extLst>
          </p:nvPr>
        </p:nvGraphicFramePr>
        <p:xfrm>
          <a:off x="1016000" y="1270000"/>
          <a:ext cx="10160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64737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9FFC947-6DC6-0479-6D59-C18DF11E79B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M6 tabela (esmaecer) + imagem (zoom + girar)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35639E9-BD9A-03DD-90E0-B7FC36ED6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281044"/>
              </p:ext>
            </p:extLst>
          </p:nvPr>
        </p:nvGraphicFramePr>
        <p:xfrm>
          <a:off x="508000" y="1397000"/>
          <a:ext cx="584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33">
                  <a:extLst>
                    <a:ext uri="{9D8B030D-6E8A-4147-A177-3AD203B41FA5}">
                      <a16:colId xmlns:a16="http://schemas.microsoft.com/office/drawing/2014/main" val="2124048148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2989054701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277055283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pt-BR"/>
                        <a:t>L1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L1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19383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pt-BR"/>
                        <a:t>L2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L2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0612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pt-BR"/>
                        <a:t>L3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L3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65471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pt-BR"/>
                        <a:t>L4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L4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216669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69A2E445-1A99-4AB7-16EC-988EC28020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3180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3254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5768FFC-649B-4663-2E76-7CDDC16BCBA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M7 grupo (aumentar e girar)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B8F0280-AC28-CFA4-F70F-C67F796B3B2A}"/>
              </a:ext>
            </a:extLst>
          </p:cNvPr>
          <p:cNvGrpSpPr/>
          <p:nvPr/>
        </p:nvGrpSpPr>
        <p:grpSpPr>
          <a:xfrm>
            <a:off x="3810000" y="1524000"/>
            <a:ext cx="4572000" cy="3175000"/>
            <a:chOff x="3810000" y="1524000"/>
            <a:chExt cx="4572000" cy="3175000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C32C75EC-3247-5831-624C-8E41742C022A}"/>
                </a:ext>
              </a:extLst>
            </p:cNvPr>
            <p:cNvSpPr/>
            <p:nvPr/>
          </p:nvSpPr>
          <p:spPr>
            <a:xfrm>
              <a:off x="3810000" y="1905000"/>
              <a:ext cx="2032000" cy="2032000"/>
            </a:xfrm>
            <a:prstGeom prst="ellipse">
              <a:avLst/>
            </a:prstGeom>
            <a:solidFill>
              <a:srgbClr val="C0392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2687F04-6A58-911D-EFB1-4160C5EC0C7A}"/>
                </a:ext>
              </a:extLst>
            </p:cNvPr>
            <p:cNvSpPr/>
            <p:nvPr/>
          </p:nvSpPr>
          <p:spPr>
            <a:xfrm>
              <a:off x="5334000" y="2921000"/>
              <a:ext cx="2794000" cy="1778000"/>
            </a:xfrm>
            <a:prstGeom prst="rect">
              <a:avLst/>
            </a:prstGeom>
            <a:solidFill>
              <a:srgbClr val="2980B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strela: 5 Pontas 4">
              <a:extLst>
                <a:ext uri="{FF2B5EF4-FFF2-40B4-BE49-F238E27FC236}">
                  <a16:creationId xmlns:a16="http://schemas.microsoft.com/office/drawing/2014/main" id="{63888B5B-0F68-8A71-D10C-C18CDDD9C181}"/>
                </a:ext>
              </a:extLst>
            </p:cNvPr>
            <p:cNvSpPr/>
            <p:nvPr/>
          </p:nvSpPr>
          <p:spPr>
            <a:xfrm>
              <a:off x="6604000" y="1524000"/>
              <a:ext cx="1778000" cy="1778000"/>
            </a:xfrm>
            <a:prstGeom prst="star5">
              <a:avLst/>
            </a:prstGeom>
            <a:solidFill>
              <a:srgbClr val="F39C1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1041432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Personalizar</PresentationFormat>
  <Paragraphs>19</Paragraphs>
  <Slides>7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2026-10-05T20:59:55Z</dcterms:created>
  <dcterms:modified xsi:type="dcterms:W3CDTF">2026-10-05T20:59:55Z</dcterms:modified>
</cp:coreProperties>
</file>