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4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32-4FEB-9C4E-2E0A647C6E31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32-4FEB-9C4E-2E0A647C6E31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632-4FEB-9C4E-2E0A647C6E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42864"/>
        <c:axId val="134263215"/>
      </c:barChart>
      <c:catAx>
        <c:axId val="1042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4263215"/>
        <c:crosses val="autoZero"/>
        <c:auto val="1"/>
        <c:lblAlgn val="ctr"/>
        <c:lblOffset val="100"/>
        <c:noMultiLvlLbl val="0"/>
      </c:catAx>
      <c:valAx>
        <c:axId val="134263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42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41-48F6-9FE0-ADC6D510F196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41-48F6-9FE0-ADC6D510F196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641-48F6-9FE0-ADC6D510F1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71775711"/>
        <c:axId val="134328495"/>
      </c:barChart>
      <c:catAx>
        <c:axId val="671775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4328495"/>
        <c:crosses val="autoZero"/>
        <c:auto val="1"/>
        <c:lblAlgn val="ctr"/>
        <c:lblOffset val="100"/>
        <c:noMultiLvlLbl val="0"/>
      </c:catAx>
      <c:valAx>
        <c:axId val="134328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717757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D4-438F-925D-C056D7245934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D4-438F-925D-C056D7245934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CD4-438F-925D-C056D72459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629408"/>
        <c:axId val="861671663"/>
      </c:barChart>
      <c:catAx>
        <c:axId val="13629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61671663"/>
        <c:crosses val="autoZero"/>
        <c:auto val="1"/>
        <c:lblAlgn val="ctr"/>
        <c:lblOffset val="100"/>
        <c:noMultiLvlLbl val="0"/>
      </c:catAx>
      <c:valAx>
        <c:axId val="861671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629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3F-4E65-BD06-DF8B0098E14D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3F-4E65-BD06-DF8B0098E14D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13F-4E65-BD06-DF8B0098E1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71776639"/>
        <c:axId val="685728911"/>
      </c:barChart>
      <c:catAx>
        <c:axId val="6717766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85728911"/>
        <c:crosses val="autoZero"/>
        <c:auto val="1"/>
        <c:lblAlgn val="ctr"/>
        <c:lblOffset val="100"/>
        <c:noMultiLvlLbl val="0"/>
      </c:catAx>
      <c:valAx>
        <c:axId val="68572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717766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Vendas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FEE-4D8D-B813-30FB650215E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FEE-4D8D-B813-30FB650215E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FEE-4D8D-B813-30FB650215E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FEE-4D8D-B813-30FB650215E8}"/>
              </c:ext>
            </c:extLst>
          </c:dPt>
          <c:cat>
            <c:strRef>
              <c:f>Planilha1!$A$2:$A$5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89-483E-83D8-494068CFB7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97-467D-A7AF-42EAB0FC54E8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597-467D-A7AF-42EAB0FC54E8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Série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597-467D-A7AF-42EAB0FC54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758688"/>
        <c:axId val="134329455"/>
      </c:lineChart>
      <c:catAx>
        <c:axId val="16758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4329455"/>
        <c:crosses val="autoZero"/>
        <c:auto val="1"/>
        <c:lblAlgn val="ctr"/>
        <c:lblOffset val="100"/>
        <c:noMultiLvlLbl val="0"/>
      </c:catAx>
      <c:valAx>
        <c:axId val="134329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758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3EC2E9-0013-4330-8CB5-0B63733264B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61DEA832-51AF-400E-8FF7-34E7D1F6F1D3}">
      <dgm:prSet phldrT="[Texto]"/>
      <dgm:spPr/>
      <dgm:t>
        <a:bodyPr/>
        <a:lstStyle/>
        <a:p>
          <a:r>
            <a:rPr lang="pt-BR"/>
            <a:t>Planejar</a:t>
          </a:r>
        </a:p>
      </dgm:t>
    </dgm:pt>
    <dgm:pt modelId="{F8511D22-AAC8-4074-9AE5-8E461BD3A8C9}" type="parTrans" cxnId="{8B4ADBC6-E55E-4A72-BC11-E5E43685DF8E}">
      <dgm:prSet/>
      <dgm:spPr/>
      <dgm:t>
        <a:bodyPr/>
        <a:lstStyle/>
        <a:p>
          <a:endParaRPr lang="pt-BR"/>
        </a:p>
      </dgm:t>
    </dgm:pt>
    <dgm:pt modelId="{6D5827BC-3905-41C0-A1E7-7FD2B71E7819}" type="sibTrans" cxnId="{8B4ADBC6-E55E-4A72-BC11-E5E43685DF8E}">
      <dgm:prSet/>
      <dgm:spPr/>
      <dgm:t>
        <a:bodyPr/>
        <a:lstStyle/>
        <a:p>
          <a:endParaRPr lang="pt-BR"/>
        </a:p>
      </dgm:t>
    </dgm:pt>
    <dgm:pt modelId="{9669CF7D-3D2C-46E3-ACAD-3BF5C4D058F2}">
      <dgm:prSet phldrT="[Texto]"/>
      <dgm:spPr/>
      <dgm:t>
        <a:bodyPr/>
        <a:lstStyle/>
        <a:p>
          <a:r>
            <a:rPr lang="pt-BR"/>
            <a:t>Medir</a:t>
          </a:r>
        </a:p>
      </dgm:t>
    </dgm:pt>
    <dgm:pt modelId="{00EA87AE-D695-4E2F-92E3-1BC2A6D6E661}" type="parTrans" cxnId="{43FEFD85-8AF4-4000-B1BC-B98440FD915D}">
      <dgm:prSet/>
      <dgm:spPr/>
      <dgm:t>
        <a:bodyPr/>
        <a:lstStyle/>
        <a:p>
          <a:endParaRPr lang="pt-BR"/>
        </a:p>
      </dgm:t>
    </dgm:pt>
    <dgm:pt modelId="{B3F77DD7-2849-48A9-A9D3-D2B5FC5B46F5}" type="sibTrans" cxnId="{43FEFD85-8AF4-4000-B1BC-B98440FD915D}">
      <dgm:prSet/>
      <dgm:spPr/>
      <dgm:t>
        <a:bodyPr/>
        <a:lstStyle/>
        <a:p>
          <a:endParaRPr lang="pt-BR"/>
        </a:p>
      </dgm:t>
    </dgm:pt>
    <dgm:pt modelId="{8B0D3101-9FF6-4F10-B945-AD40622D9F9F}">
      <dgm:prSet phldrT="[Texto]"/>
      <dgm:spPr/>
      <dgm:t>
        <a:bodyPr/>
        <a:lstStyle/>
        <a:p>
          <a:r>
            <a:rPr lang="pt-BR"/>
            <a:t>Ajustar</a:t>
          </a:r>
        </a:p>
      </dgm:t>
    </dgm:pt>
    <dgm:pt modelId="{60BB8AC5-2EC8-47A5-8E9C-142E4A3CCC65}" type="parTrans" cxnId="{34709DEC-DA63-4E32-B777-817BC33319B2}">
      <dgm:prSet/>
      <dgm:spPr/>
      <dgm:t>
        <a:bodyPr/>
        <a:lstStyle/>
        <a:p>
          <a:endParaRPr lang="pt-BR"/>
        </a:p>
      </dgm:t>
    </dgm:pt>
    <dgm:pt modelId="{3776D6D7-7D03-4586-B51D-22B5BA5A41B5}" type="sibTrans" cxnId="{34709DEC-DA63-4E32-B777-817BC33319B2}">
      <dgm:prSet/>
      <dgm:spPr/>
      <dgm:t>
        <a:bodyPr/>
        <a:lstStyle/>
        <a:p>
          <a:endParaRPr lang="pt-BR"/>
        </a:p>
      </dgm:t>
    </dgm:pt>
    <dgm:pt modelId="{42062DEC-D7BA-4620-A8D4-F9DE899DAA05}">
      <dgm:prSet phldrT="[Texto]"/>
      <dgm:spPr/>
      <dgm:t>
        <a:bodyPr/>
        <a:lstStyle/>
        <a:p>
          <a:r>
            <a:rPr lang="pt-BR"/>
            <a:t>Validar</a:t>
          </a:r>
        </a:p>
      </dgm:t>
    </dgm:pt>
    <dgm:pt modelId="{AD4C061C-E4A6-4305-AE47-D6604AC69176}" type="parTrans" cxnId="{993B7E13-A9FE-49A0-A3D7-5D18522ED275}">
      <dgm:prSet/>
      <dgm:spPr/>
      <dgm:t>
        <a:bodyPr/>
        <a:lstStyle/>
        <a:p>
          <a:endParaRPr lang="pt-BR"/>
        </a:p>
      </dgm:t>
    </dgm:pt>
    <dgm:pt modelId="{26E40339-71EF-4918-B6B5-0E2488CEA86B}" type="sibTrans" cxnId="{993B7E13-A9FE-49A0-A3D7-5D18522ED275}">
      <dgm:prSet/>
      <dgm:spPr/>
      <dgm:t>
        <a:bodyPr/>
        <a:lstStyle/>
        <a:p>
          <a:endParaRPr lang="pt-BR"/>
        </a:p>
      </dgm:t>
    </dgm:pt>
    <dgm:pt modelId="{6762874D-BE20-420B-9433-62C5DBBB2F33}">
      <dgm:prSet phldrT="[Texto]"/>
      <dgm:spPr/>
      <dgm:t>
        <a:bodyPr/>
        <a:lstStyle/>
        <a:p>
          <a:r>
            <a:rPr lang="pt-BR"/>
            <a:t>Entregar</a:t>
          </a:r>
        </a:p>
      </dgm:t>
    </dgm:pt>
    <dgm:pt modelId="{59A6FB42-2251-4E2D-82EE-4F26FE361514}" type="parTrans" cxnId="{C0AFAFAD-260B-4DCA-9117-4BFA6B7DEDA9}">
      <dgm:prSet/>
      <dgm:spPr/>
      <dgm:t>
        <a:bodyPr/>
        <a:lstStyle/>
        <a:p>
          <a:endParaRPr lang="pt-BR"/>
        </a:p>
      </dgm:t>
    </dgm:pt>
    <dgm:pt modelId="{D0C928C8-E9CB-4B32-B77F-6CDD12271D83}" type="sibTrans" cxnId="{C0AFAFAD-260B-4DCA-9117-4BFA6B7DEDA9}">
      <dgm:prSet/>
      <dgm:spPr/>
      <dgm:t>
        <a:bodyPr/>
        <a:lstStyle/>
        <a:p>
          <a:endParaRPr lang="pt-BR"/>
        </a:p>
      </dgm:t>
    </dgm:pt>
    <dgm:pt modelId="{F0D23BFD-22A4-40D6-BB0B-2B27CCABB403}" type="pres">
      <dgm:prSet presAssocID="{5E3EC2E9-0013-4330-8CB5-0B63733264B9}" presName="diagram" presStyleCnt="0">
        <dgm:presLayoutVars>
          <dgm:dir/>
          <dgm:resizeHandles val="exact"/>
        </dgm:presLayoutVars>
      </dgm:prSet>
      <dgm:spPr/>
    </dgm:pt>
    <dgm:pt modelId="{8D855748-0ACB-402D-8F3A-DBE7D0EF3A28}" type="pres">
      <dgm:prSet presAssocID="{61DEA832-51AF-400E-8FF7-34E7D1F6F1D3}" presName="node" presStyleLbl="node1" presStyleIdx="0" presStyleCnt="5">
        <dgm:presLayoutVars>
          <dgm:bulletEnabled val="1"/>
        </dgm:presLayoutVars>
      </dgm:prSet>
      <dgm:spPr/>
    </dgm:pt>
    <dgm:pt modelId="{93F48523-19D8-4DD9-817C-C19491DEB32D}" type="pres">
      <dgm:prSet presAssocID="{6D5827BC-3905-41C0-A1E7-7FD2B71E7819}" presName="sibTrans" presStyleCnt="0"/>
      <dgm:spPr/>
    </dgm:pt>
    <dgm:pt modelId="{F38273D1-5943-4BBE-BE24-2CBF7615E0E9}" type="pres">
      <dgm:prSet presAssocID="{9669CF7D-3D2C-46E3-ACAD-3BF5C4D058F2}" presName="node" presStyleLbl="node1" presStyleIdx="1" presStyleCnt="5">
        <dgm:presLayoutVars>
          <dgm:bulletEnabled val="1"/>
        </dgm:presLayoutVars>
      </dgm:prSet>
      <dgm:spPr/>
    </dgm:pt>
    <dgm:pt modelId="{E9799D41-864C-4F44-9F87-F367F46092E6}" type="pres">
      <dgm:prSet presAssocID="{B3F77DD7-2849-48A9-A9D3-D2B5FC5B46F5}" presName="sibTrans" presStyleCnt="0"/>
      <dgm:spPr/>
    </dgm:pt>
    <dgm:pt modelId="{F2F3EF40-036A-45D3-A7D4-0E8FD37BD65A}" type="pres">
      <dgm:prSet presAssocID="{8B0D3101-9FF6-4F10-B945-AD40622D9F9F}" presName="node" presStyleLbl="node1" presStyleIdx="2" presStyleCnt="5">
        <dgm:presLayoutVars>
          <dgm:bulletEnabled val="1"/>
        </dgm:presLayoutVars>
      </dgm:prSet>
      <dgm:spPr/>
    </dgm:pt>
    <dgm:pt modelId="{640B9BEF-E38F-4D97-87B6-630286112CB1}" type="pres">
      <dgm:prSet presAssocID="{3776D6D7-7D03-4586-B51D-22B5BA5A41B5}" presName="sibTrans" presStyleCnt="0"/>
      <dgm:spPr/>
    </dgm:pt>
    <dgm:pt modelId="{A88E3738-8477-44ED-B9BA-574F314CA468}" type="pres">
      <dgm:prSet presAssocID="{42062DEC-D7BA-4620-A8D4-F9DE899DAA05}" presName="node" presStyleLbl="node1" presStyleIdx="3" presStyleCnt="5">
        <dgm:presLayoutVars>
          <dgm:bulletEnabled val="1"/>
        </dgm:presLayoutVars>
      </dgm:prSet>
      <dgm:spPr/>
    </dgm:pt>
    <dgm:pt modelId="{59F18659-3D22-49FA-8380-7C0BD81C8F39}" type="pres">
      <dgm:prSet presAssocID="{26E40339-71EF-4918-B6B5-0E2488CEA86B}" presName="sibTrans" presStyleCnt="0"/>
      <dgm:spPr/>
    </dgm:pt>
    <dgm:pt modelId="{3F68C4CC-80F3-437F-8BEB-B9A4EACF7317}" type="pres">
      <dgm:prSet presAssocID="{6762874D-BE20-420B-9433-62C5DBBB2F33}" presName="node" presStyleLbl="node1" presStyleIdx="4" presStyleCnt="5">
        <dgm:presLayoutVars>
          <dgm:bulletEnabled val="1"/>
        </dgm:presLayoutVars>
      </dgm:prSet>
      <dgm:spPr/>
    </dgm:pt>
  </dgm:ptLst>
  <dgm:cxnLst>
    <dgm:cxn modelId="{993B7E13-A9FE-49A0-A3D7-5D18522ED275}" srcId="{5E3EC2E9-0013-4330-8CB5-0B63733264B9}" destId="{42062DEC-D7BA-4620-A8D4-F9DE899DAA05}" srcOrd="3" destOrd="0" parTransId="{AD4C061C-E4A6-4305-AE47-D6604AC69176}" sibTransId="{26E40339-71EF-4918-B6B5-0E2488CEA86B}"/>
    <dgm:cxn modelId="{4D73675C-BE03-4DB5-A5FF-734DC76E7A38}" type="presOf" srcId="{6762874D-BE20-420B-9433-62C5DBBB2F33}" destId="{3F68C4CC-80F3-437F-8BEB-B9A4EACF7317}" srcOrd="0" destOrd="0" presId="urn:microsoft.com/office/officeart/2005/8/layout/default"/>
    <dgm:cxn modelId="{A4647767-0425-4DC1-A752-6621CA24DE59}" type="presOf" srcId="{5E3EC2E9-0013-4330-8CB5-0B63733264B9}" destId="{F0D23BFD-22A4-40D6-BB0B-2B27CCABB403}" srcOrd="0" destOrd="0" presId="urn:microsoft.com/office/officeart/2005/8/layout/default"/>
    <dgm:cxn modelId="{284E216C-638A-4A14-AAE1-56EF0EC62AC6}" type="presOf" srcId="{42062DEC-D7BA-4620-A8D4-F9DE899DAA05}" destId="{A88E3738-8477-44ED-B9BA-574F314CA468}" srcOrd="0" destOrd="0" presId="urn:microsoft.com/office/officeart/2005/8/layout/default"/>
    <dgm:cxn modelId="{1CF35856-FBF5-495E-8CE3-2DDD631C9B70}" type="presOf" srcId="{61DEA832-51AF-400E-8FF7-34E7D1F6F1D3}" destId="{8D855748-0ACB-402D-8F3A-DBE7D0EF3A28}" srcOrd="0" destOrd="0" presId="urn:microsoft.com/office/officeart/2005/8/layout/default"/>
    <dgm:cxn modelId="{43FEFD85-8AF4-4000-B1BC-B98440FD915D}" srcId="{5E3EC2E9-0013-4330-8CB5-0B63733264B9}" destId="{9669CF7D-3D2C-46E3-ACAD-3BF5C4D058F2}" srcOrd="1" destOrd="0" parTransId="{00EA87AE-D695-4E2F-92E3-1BC2A6D6E661}" sibTransId="{B3F77DD7-2849-48A9-A9D3-D2B5FC5B46F5}"/>
    <dgm:cxn modelId="{86695A9D-6A1B-4A2F-AB3F-6ECBA5455E9A}" type="presOf" srcId="{8B0D3101-9FF6-4F10-B945-AD40622D9F9F}" destId="{F2F3EF40-036A-45D3-A7D4-0E8FD37BD65A}" srcOrd="0" destOrd="0" presId="urn:microsoft.com/office/officeart/2005/8/layout/default"/>
    <dgm:cxn modelId="{C0AFAFAD-260B-4DCA-9117-4BFA6B7DEDA9}" srcId="{5E3EC2E9-0013-4330-8CB5-0B63733264B9}" destId="{6762874D-BE20-420B-9433-62C5DBBB2F33}" srcOrd="4" destOrd="0" parTransId="{59A6FB42-2251-4E2D-82EE-4F26FE361514}" sibTransId="{D0C928C8-E9CB-4B32-B77F-6CDD12271D83}"/>
    <dgm:cxn modelId="{8B4ADBC6-E55E-4A72-BC11-E5E43685DF8E}" srcId="{5E3EC2E9-0013-4330-8CB5-0B63733264B9}" destId="{61DEA832-51AF-400E-8FF7-34E7D1F6F1D3}" srcOrd="0" destOrd="0" parTransId="{F8511D22-AAC8-4074-9AE5-8E461BD3A8C9}" sibTransId="{6D5827BC-3905-41C0-A1E7-7FD2B71E7819}"/>
    <dgm:cxn modelId="{0023AEE6-1807-4CE9-8BE7-7A22F9E841B8}" type="presOf" srcId="{9669CF7D-3D2C-46E3-ACAD-3BF5C4D058F2}" destId="{F38273D1-5943-4BBE-BE24-2CBF7615E0E9}" srcOrd="0" destOrd="0" presId="urn:microsoft.com/office/officeart/2005/8/layout/default"/>
    <dgm:cxn modelId="{34709DEC-DA63-4E32-B777-817BC33319B2}" srcId="{5E3EC2E9-0013-4330-8CB5-0B63733264B9}" destId="{8B0D3101-9FF6-4F10-B945-AD40622D9F9F}" srcOrd="2" destOrd="0" parTransId="{60BB8AC5-2EC8-47A5-8E9C-142E4A3CCC65}" sibTransId="{3776D6D7-7D03-4586-B51D-22B5BA5A41B5}"/>
    <dgm:cxn modelId="{70833655-B0AB-4BE6-8C23-0325C2175ED9}" type="presParOf" srcId="{F0D23BFD-22A4-40D6-BB0B-2B27CCABB403}" destId="{8D855748-0ACB-402D-8F3A-DBE7D0EF3A28}" srcOrd="0" destOrd="0" presId="urn:microsoft.com/office/officeart/2005/8/layout/default"/>
    <dgm:cxn modelId="{4D70939D-FFBE-4AAA-9193-BD0B1B4D17AF}" type="presParOf" srcId="{F0D23BFD-22A4-40D6-BB0B-2B27CCABB403}" destId="{93F48523-19D8-4DD9-817C-C19491DEB32D}" srcOrd="1" destOrd="0" presId="urn:microsoft.com/office/officeart/2005/8/layout/default"/>
    <dgm:cxn modelId="{222C72F6-184E-4F4C-9C1E-B2B3758B639F}" type="presParOf" srcId="{F0D23BFD-22A4-40D6-BB0B-2B27CCABB403}" destId="{F38273D1-5943-4BBE-BE24-2CBF7615E0E9}" srcOrd="2" destOrd="0" presId="urn:microsoft.com/office/officeart/2005/8/layout/default"/>
    <dgm:cxn modelId="{016FA4F8-C794-4FD7-ACD4-FB033D328F9A}" type="presParOf" srcId="{F0D23BFD-22A4-40D6-BB0B-2B27CCABB403}" destId="{E9799D41-864C-4F44-9F87-F367F46092E6}" srcOrd="3" destOrd="0" presId="urn:microsoft.com/office/officeart/2005/8/layout/default"/>
    <dgm:cxn modelId="{BBB5F655-5ABB-4D69-832E-7F931595D725}" type="presParOf" srcId="{F0D23BFD-22A4-40D6-BB0B-2B27CCABB403}" destId="{F2F3EF40-036A-45D3-A7D4-0E8FD37BD65A}" srcOrd="4" destOrd="0" presId="urn:microsoft.com/office/officeart/2005/8/layout/default"/>
    <dgm:cxn modelId="{5CC573D2-F0A5-4312-B32C-FF4E2BEF06AB}" type="presParOf" srcId="{F0D23BFD-22A4-40D6-BB0B-2B27CCABB403}" destId="{640B9BEF-E38F-4D97-87B6-630286112CB1}" srcOrd="5" destOrd="0" presId="urn:microsoft.com/office/officeart/2005/8/layout/default"/>
    <dgm:cxn modelId="{DED08226-FF7F-48BF-9B2C-12ADF49AB6C4}" type="presParOf" srcId="{F0D23BFD-22A4-40D6-BB0B-2B27CCABB403}" destId="{A88E3738-8477-44ED-B9BA-574F314CA468}" srcOrd="6" destOrd="0" presId="urn:microsoft.com/office/officeart/2005/8/layout/default"/>
    <dgm:cxn modelId="{92628D30-6C65-4E0C-8936-134A9ABEB4FF}" type="presParOf" srcId="{F0D23BFD-22A4-40D6-BB0B-2B27CCABB403}" destId="{59F18659-3D22-49FA-8380-7C0BD81C8F39}" srcOrd="7" destOrd="0" presId="urn:microsoft.com/office/officeart/2005/8/layout/default"/>
    <dgm:cxn modelId="{FB10731C-FE86-465D-8CF8-B0F5C07ABB37}" type="presParOf" srcId="{F0D23BFD-22A4-40D6-BB0B-2B27CCABB403}" destId="{3F68C4CC-80F3-437F-8BEB-B9A4EACF731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A672B8-8553-465D-953A-3D102F65927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79268819-613E-4BA4-BDD1-680717138002}">
      <dgm:prSet phldrT="[Texto]"/>
      <dgm:spPr/>
      <dgm:t>
        <a:bodyPr/>
        <a:lstStyle/>
        <a:p>
          <a:r>
            <a:rPr lang="pt-BR"/>
            <a:t>Planejar</a:t>
          </a:r>
        </a:p>
      </dgm:t>
    </dgm:pt>
    <dgm:pt modelId="{D6E3A7C0-9E14-4282-8A29-22046EB37F1D}" type="parTrans" cxnId="{9B7ADD95-C22A-4996-A945-DC4ABF582365}">
      <dgm:prSet/>
      <dgm:spPr/>
      <dgm:t>
        <a:bodyPr/>
        <a:lstStyle/>
        <a:p>
          <a:endParaRPr lang="pt-BR"/>
        </a:p>
      </dgm:t>
    </dgm:pt>
    <dgm:pt modelId="{706A00B7-73E9-4D1B-BD3A-60E2B58AD3EB}" type="sibTrans" cxnId="{9B7ADD95-C22A-4996-A945-DC4ABF582365}">
      <dgm:prSet/>
      <dgm:spPr/>
      <dgm:t>
        <a:bodyPr/>
        <a:lstStyle/>
        <a:p>
          <a:endParaRPr lang="pt-BR"/>
        </a:p>
      </dgm:t>
    </dgm:pt>
    <dgm:pt modelId="{44E858A8-1F82-4438-B0E8-80622700F132}">
      <dgm:prSet phldrT="[Texto]"/>
      <dgm:spPr/>
      <dgm:t>
        <a:bodyPr/>
        <a:lstStyle/>
        <a:p>
          <a:r>
            <a:rPr lang="pt-BR"/>
            <a:t>Medir</a:t>
          </a:r>
        </a:p>
      </dgm:t>
    </dgm:pt>
    <dgm:pt modelId="{D516C3F3-A176-4864-8794-035A9429FDB2}" type="parTrans" cxnId="{82A00654-3718-44D9-B4E7-2528955C6990}">
      <dgm:prSet/>
      <dgm:spPr/>
      <dgm:t>
        <a:bodyPr/>
        <a:lstStyle/>
        <a:p>
          <a:endParaRPr lang="pt-BR"/>
        </a:p>
      </dgm:t>
    </dgm:pt>
    <dgm:pt modelId="{888BCCFF-644C-4CD3-8503-10F57D7833B5}" type="sibTrans" cxnId="{82A00654-3718-44D9-B4E7-2528955C6990}">
      <dgm:prSet/>
      <dgm:spPr/>
      <dgm:t>
        <a:bodyPr/>
        <a:lstStyle/>
        <a:p>
          <a:endParaRPr lang="pt-BR"/>
        </a:p>
      </dgm:t>
    </dgm:pt>
    <dgm:pt modelId="{E86FAAE0-3BD7-4A6D-A18B-4BF184711BE6}">
      <dgm:prSet phldrT="[Texto]"/>
      <dgm:spPr/>
      <dgm:t>
        <a:bodyPr/>
        <a:lstStyle/>
        <a:p>
          <a:r>
            <a:rPr lang="pt-BR"/>
            <a:t>Ajustar</a:t>
          </a:r>
        </a:p>
      </dgm:t>
    </dgm:pt>
    <dgm:pt modelId="{9ADCB352-1920-4957-93AE-647D52B97507}" type="parTrans" cxnId="{3140FC47-D219-4A3E-86AA-E2DF39A57FC2}">
      <dgm:prSet/>
      <dgm:spPr/>
      <dgm:t>
        <a:bodyPr/>
        <a:lstStyle/>
        <a:p>
          <a:endParaRPr lang="pt-BR"/>
        </a:p>
      </dgm:t>
    </dgm:pt>
    <dgm:pt modelId="{85A1673E-62F4-4A27-9EE2-C770E73C8FC1}" type="sibTrans" cxnId="{3140FC47-D219-4A3E-86AA-E2DF39A57FC2}">
      <dgm:prSet/>
      <dgm:spPr/>
      <dgm:t>
        <a:bodyPr/>
        <a:lstStyle/>
        <a:p>
          <a:endParaRPr lang="pt-BR"/>
        </a:p>
      </dgm:t>
    </dgm:pt>
    <dgm:pt modelId="{EA2FB4F5-2502-4B30-A794-F9DB702C2BB0}">
      <dgm:prSet phldrT="[Texto]"/>
      <dgm:spPr/>
      <dgm:t>
        <a:bodyPr/>
        <a:lstStyle/>
        <a:p>
          <a:r>
            <a:rPr lang="pt-BR"/>
            <a:t>Validar</a:t>
          </a:r>
        </a:p>
      </dgm:t>
    </dgm:pt>
    <dgm:pt modelId="{C88AF085-33AB-4721-B887-1B6B8589ECE7}" type="parTrans" cxnId="{08985346-BCB7-4C7E-A718-7D759D034B6A}">
      <dgm:prSet/>
      <dgm:spPr/>
      <dgm:t>
        <a:bodyPr/>
        <a:lstStyle/>
        <a:p>
          <a:endParaRPr lang="pt-BR"/>
        </a:p>
      </dgm:t>
    </dgm:pt>
    <dgm:pt modelId="{97C9335D-8A02-4F13-A47F-869C8CDBFDE1}" type="sibTrans" cxnId="{08985346-BCB7-4C7E-A718-7D759D034B6A}">
      <dgm:prSet/>
      <dgm:spPr/>
      <dgm:t>
        <a:bodyPr/>
        <a:lstStyle/>
        <a:p>
          <a:endParaRPr lang="pt-BR"/>
        </a:p>
      </dgm:t>
    </dgm:pt>
    <dgm:pt modelId="{BE5AD116-70A5-40F1-A187-E7D1B0F9FFF2}">
      <dgm:prSet phldrT="[Texto]"/>
      <dgm:spPr/>
      <dgm:t>
        <a:bodyPr/>
        <a:lstStyle/>
        <a:p>
          <a:r>
            <a:rPr lang="pt-BR"/>
            <a:t>Entregar</a:t>
          </a:r>
        </a:p>
      </dgm:t>
    </dgm:pt>
    <dgm:pt modelId="{54D53A1E-F7BC-4D50-AEA6-6E79C34CE9A8}" type="parTrans" cxnId="{95518A5B-7F5D-40EA-BB23-64C421D008D8}">
      <dgm:prSet/>
      <dgm:spPr/>
      <dgm:t>
        <a:bodyPr/>
        <a:lstStyle/>
        <a:p>
          <a:endParaRPr lang="pt-BR"/>
        </a:p>
      </dgm:t>
    </dgm:pt>
    <dgm:pt modelId="{40903835-A9AE-4952-BF55-64B68ED67DC9}" type="sibTrans" cxnId="{95518A5B-7F5D-40EA-BB23-64C421D008D8}">
      <dgm:prSet/>
      <dgm:spPr/>
      <dgm:t>
        <a:bodyPr/>
        <a:lstStyle/>
        <a:p>
          <a:endParaRPr lang="pt-BR"/>
        </a:p>
      </dgm:t>
    </dgm:pt>
    <dgm:pt modelId="{F15AD327-BD15-4EAB-A27E-334F7B8EAC50}" type="pres">
      <dgm:prSet presAssocID="{F5A672B8-8553-465D-953A-3D102F659271}" presName="diagram" presStyleCnt="0">
        <dgm:presLayoutVars>
          <dgm:dir/>
          <dgm:resizeHandles val="exact"/>
        </dgm:presLayoutVars>
      </dgm:prSet>
      <dgm:spPr/>
    </dgm:pt>
    <dgm:pt modelId="{B7499A47-A02D-431A-A117-4BF6441FC13D}" type="pres">
      <dgm:prSet presAssocID="{79268819-613E-4BA4-BDD1-680717138002}" presName="node" presStyleLbl="node1" presStyleIdx="0" presStyleCnt="5">
        <dgm:presLayoutVars>
          <dgm:bulletEnabled val="1"/>
        </dgm:presLayoutVars>
      </dgm:prSet>
      <dgm:spPr/>
    </dgm:pt>
    <dgm:pt modelId="{27E9A3E7-1D1D-494F-BB01-6E84E796443F}" type="pres">
      <dgm:prSet presAssocID="{706A00B7-73E9-4D1B-BD3A-60E2B58AD3EB}" presName="sibTrans" presStyleCnt="0"/>
      <dgm:spPr/>
    </dgm:pt>
    <dgm:pt modelId="{CABDAB1C-2782-4271-922F-67A4FA2B2939}" type="pres">
      <dgm:prSet presAssocID="{44E858A8-1F82-4438-B0E8-80622700F132}" presName="node" presStyleLbl="node1" presStyleIdx="1" presStyleCnt="5">
        <dgm:presLayoutVars>
          <dgm:bulletEnabled val="1"/>
        </dgm:presLayoutVars>
      </dgm:prSet>
      <dgm:spPr/>
    </dgm:pt>
    <dgm:pt modelId="{BD0775C8-EE4B-4F72-A1E2-057E83ADF02A}" type="pres">
      <dgm:prSet presAssocID="{888BCCFF-644C-4CD3-8503-10F57D7833B5}" presName="sibTrans" presStyleCnt="0"/>
      <dgm:spPr/>
    </dgm:pt>
    <dgm:pt modelId="{BB97207B-FC65-4A17-B7C5-39A5F19D6848}" type="pres">
      <dgm:prSet presAssocID="{E86FAAE0-3BD7-4A6D-A18B-4BF184711BE6}" presName="node" presStyleLbl="node1" presStyleIdx="2" presStyleCnt="5">
        <dgm:presLayoutVars>
          <dgm:bulletEnabled val="1"/>
        </dgm:presLayoutVars>
      </dgm:prSet>
      <dgm:spPr/>
    </dgm:pt>
    <dgm:pt modelId="{AEEEC76D-B03D-4483-9552-82B6A4ED4D04}" type="pres">
      <dgm:prSet presAssocID="{85A1673E-62F4-4A27-9EE2-C770E73C8FC1}" presName="sibTrans" presStyleCnt="0"/>
      <dgm:spPr/>
    </dgm:pt>
    <dgm:pt modelId="{CDCE99DB-A77E-4FF6-A593-084684020454}" type="pres">
      <dgm:prSet presAssocID="{EA2FB4F5-2502-4B30-A794-F9DB702C2BB0}" presName="node" presStyleLbl="node1" presStyleIdx="3" presStyleCnt="5">
        <dgm:presLayoutVars>
          <dgm:bulletEnabled val="1"/>
        </dgm:presLayoutVars>
      </dgm:prSet>
      <dgm:spPr/>
    </dgm:pt>
    <dgm:pt modelId="{62DC028F-EB11-4EF8-9C6B-B0BFB8E4E3F4}" type="pres">
      <dgm:prSet presAssocID="{97C9335D-8A02-4F13-A47F-869C8CDBFDE1}" presName="sibTrans" presStyleCnt="0"/>
      <dgm:spPr/>
    </dgm:pt>
    <dgm:pt modelId="{8035BBEA-A7FF-4EB0-B085-2DFD49F3AED4}" type="pres">
      <dgm:prSet presAssocID="{BE5AD116-70A5-40F1-A187-E7D1B0F9FFF2}" presName="node" presStyleLbl="node1" presStyleIdx="4" presStyleCnt="5">
        <dgm:presLayoutVars>
          <dgm:bulletEnabled val="1"/>
        </dgm:presLayoutVars>
      </dgm:prSet>
      <dgm:spPr/>
    </dgm:pt>
  </dgm:ptLst>
  <dgm:cxnLst>
    <dgm:cxn modelId="{B909A106-B854-4A59-813C-ACCEE62D8D73}" type="presOf" srcId="{44E858A8-1F82-4438-B0E8-80622700F132}" destId="{CABDAB1C-2782-4271-922F-67A4FA2B2939}" srcOrd="0" destOrd="0" presId="urn:microsoft.com/office/officeart/2005/8/layout/default"/>
    <dgm:cxn modelId="{29530E15-6FC9-435C-A709-C4B40B35DA70}" type="presOf" srcId="{E86FAAE0-3BD7-4A6D-A18B-4BF184711BE6}" destId="{BB97207B-FC65-4A17-B7C5-39A5F19D6848}" srcOrd="0" destOrd="0" presId="urn:microsoft.com/office/officeart/2005/8/layout/default"/>
    <dgm:cxn modelId="{95518A5B-7F5D-40EA-BB23-64C421D008D8}" srcId="{F5A672B8-8553-465D-953A-3D102F659271}" destId="{BE5AD116-70A5-40F1-A187-E7D1B0F9FFF2}" srcOrd="4" destOrd="0" parTransId="{54D53A1E-F7BC-4D50-AEA6-6E79C34CE9A8}" sibTransId="{40903835-A9AE-4952-BF55-64B68ED67DC9}"/>
    <dgm:cxn modelId="{08985346-BCB7-4C7E-A718-7D759D034B6A}" srcId="{F5A672B8-8553-465D-953A-3D102F659271}" destId="{EA2FB4F5-2502-4B30-A794-F9DB702C2BB0}" srcOrd="3" destOrd="0" parTransId="{C88AF085-33AB-4721-B887-1B6B8589ECE7}" sibTransId="{97C9335D-8A02-4F13-A47F-869C8CDBFDE1}"/>
    <dgm:cxn modelId="{3140FC47-D219-4A3E-86AA-E2DF39A57FC2}" srcId="{F5A672B8-8553-465D-953A-3D102F659271}" destId="{E86FAAE0-3BD7-4A6D-A18B-4BF184711BE6}" srcOrd="2" destOrd="0" parTransId="{9ADCB352-1920-4957-93AE-647D52B97507}" sibTransId="{85A1673E-62F4-4A27-9EE2-C770E73C8FC1}"/>
    <dgm:cxn modelId="{82A00654-3718-44D9-B4E7-2528955C6990}" srcId="{F5A672B8-8553-465D-953A-3D102F659271}" destId="{44E858A8-1F82-4438-B0E8-80622700F132}" srcOrd="1" destOrd="0" parTransId="{D516C3F3-A176-4864-8794-035A9429FDB2}" sibTransId="{888BCCFF-644C-4CD3-8503-10F57D7833B5}"/>
    <dgm:cxn modelId="{9B7ADD95-C22A-4996-A945-DC4ABF582365}" srcId="{F5A672B8-8553-465D-953A-3D102F659271}" destId="{79268819-613E-4BA4-BDD1-680717138002}" srcOrd="0" destOrd="0" parTransId="{D6E3A7C0-9E14-4282-8A29-22046EB37F1D}" sibTransId="{706A00B7-73E9-4D1B-BD3A-60E2B58AD3EB}"/>
    <dgm:cxn modelId="{0A073AC4-DAE8-43C1-A879-3B4EEBECD18C}" type="presOf" srcId="{EA2FB4F5-2502-4B30-A794-F9DB702C2BB0}" destId="{CDCE99DB-A77E-4FF6-A593-084684020454}" srcOrd="0" destOrd="0" presId="urn:microsoft.com/office/officeart/2005/8/layout/default"/>
    <dgm:cxn modelId="{5AB377D1-CA60-4FD0-891C-1400D5CE8411}" type="presOf" srcId="{79268819-613E-4BA4-BDD1-680717138002}" destId="{B7499A47-A02D-431A-A117-4BF6441FC13D}" srcOrd="0" destOrd="0" presId="urn:microsoft.com/office/officeart/2005/8/layout/default"/>
    <dgm:cxn modelId="{00CACEE5-14F5-4D67-8435-286E52F58830}" type="presOf" srcId="{F5A672B8-8553-465D-953A-3D102F659271}" destId="{F15AD327-BD15-4EAB-A27E-334F7B8EAC50}" srcOrd="0" destOrd="0" presId="urn:microsoft.com/office/officeart/2005/8/layout/default"/>
    <dgm:cxn modelId="{8FBB57F5-86BC-49A9-8B20-4AD3E5D565D4}" type="presOf" srcId="{BE5AD116-70A5-40F1-A187-E7D1B0F9FFF2}" destId="{8035BBEA-A7FF-4EB0-B085-2DFD49F3AED4}" srcOrd="0" destOrd="0" presId="urn:microsoft.com/office/officeart/2005/8/layout/default"/>
    <dgm:cxn modelId="{244523BC-51A7-453C-8880-43790E7D1499}" type="presParOf" srcId="{F15AD327-BD15-4EAB-A27E-334F7B8EAC50}" destId="{B7499A47-A02D-431A-A117-4BF6441FC13D}" srcOrd="0" destOrd="0" presId="urn:microsoft.com/office/officeart/2005/8/layout/default"/>
    <dgm:cxn modelId="{7FDBD6DA-8E2B-4BD7-BAD5-C63D305AB2D6}" type="presParOf" srcId="{F15AD327-BD15-4EAB-A27E-334F7B8EAC50}" destId="{27E9A3E7-1D1D-494F-BB01-6E84E796443F}" srcOrd="1" destOrd="0" presId="urn:microsoft.com/office/officeart/2005/8/layout/default"/>
    <dgm:cxn modelId="{18A8F692-3182-4775-9CE2-4001708E5EE3}" type="presParOf" srcId="{F15AD327-BD15-4EAB-A27E-334F7B8EAC50}" destId="{CABDAB1C-2782-4271-922F-67A4FA2B2939}" srcOrd="2" destOrd="0" presId="urn:microsoft.com/office/officeart/2005/8/layout/default"/>
    <dgm:cxn modelId="{D6235879-EAD1-40BE-9F02-067761528032}" type="presParOf" srcId="{F15AD327-BD15-4EAB-A27E-334F7B8EAC50}" destId="{BD0775C8-EE4B-4F72-A1E2-057E83ADF02A}" srcOrd="3" destOrd="0" presId="urn:microsoft.com/office/officeart/2005/8/layout/default"/>
    <dgm:cxn modelId="{F0384D27-4E51-405F-9266-5E21A77E5A9F}" type="presParOf" srcId="{F15AD327-BD15-4EAB-A27E-334F7B8EAC50}" destId="{BB97207B-FC65-4A17-B7C5-39A5F19D6848}" srcOrd="4" destOrd="0" presId="urn:microsoft.com/office/officeart/2005/8/layout/default"/>
    <dgm:cxn modelId="{63B16CAD-EE94-4098-810B-ED31DE398FE6}" type="presParOf" srcId="{F15AD327-BD15-4EAB-A27E-334F7B8EAC50}" destId="{AEEEC76D-B03D-4483-9552-82B6A4ED4D04}" srcOrd="5" destOrd="0" presId="urn:microsoft.com/office/officeart/2005/8/layout/default"/>
    <dgm:cxn modelId="{353962B4-910F-425C-B48D-6BB59A15E914}" type="presParOf" srcId="{F15AD327-BD15-4EAB-A27E-334F7B8EAC50}" destId="{CDCE99DB-A77E-4FF6-A593-084684020454}" srcOrd="6" destOrd="0" presId="urn:microsoft.com/office/officeart/2005/8/layout/default"/>
    <dgm:cxn modelId="{1E71F9C1-D30E-4D5B-93A8-B7A5E7A72C75}" type="presParOf" srcId="{F15AD327-BD15-4EAB-A27E-334F7B8EAC50}" destId="{62DC028F-EB11-4EF8-9C6B-B0BFB8E4E3F4}" srcOrd="7" destOrd="0" presId="urn:microsoft.com/office/officeart/2005/8/layout/default"/>
    <dgm:cxn modelId="{C8066ABE-143F-4634-9B81-BAF44E73DAAC}" type="presParOf" srcId="{F15AD327-BD15-4EAB-A27E-334F7B8EAC50}" destId="{8035BBEA-A7FF-4EB0-B085-2DFD49F3AED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3116F0-8955-448B-B7D5-40675BBCB694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9DDA021-9F05-46DA-A75C-FB0DF9C70ED0}">
      <dgm:prSet phldrT="[Texto]"/>
      <dgm:spPr/>
      <dgm:t>
        <a:bodyPr/>
        <a:lstStyle/>
        <a:p>
          <a:r>
            <a:rPr lang="pt-BR"/>
            <a:t>Planejar</a:t>
          </a:r>
        </a:p>
      </dgm:t>
    </dgm:pt>
    <dgm:pt modelId="{BD53450D-24B4-4941-9299-26767A5F2092}" type="parTrans" cxnId="{D5D0330F-1507-4E0D-97EB-40D296012C56}">
      <dgm:prSet/>
      <dgm:spPr/>
      <dgm:t>
        <a:bodyPr/>
        <a:lstStyle/>
        <a:p>
          <a:endParaRPr lang="pt-BR"/>
        </a:p>
      </dgm:t>
    </dgm:pt>
    <dgm:pt modelId="{497BBFAA-9445-418A-873B-4BA8F98D6658}" type="sibTrans" cxnId="{D5D0330F-1507-4E0D-97EB-40D296012C56}">
      <dgm:prSet/>
      <dgm:spPr/>
      <dgm:t>
        <a:bodyPr/>
        <a:lstStyle/>
        <a:p>
          <a:endParaRPr lang="pt-BR"/>
        </a:p>
      </dgm:t>
    </dgm:pt>
    <dgm:pt modelId="{F6DCFD07-A675-4B80-B4CC-C8DAE350CD35}">
      <dgm:prSet phldrT="[Texto]"/>
      <dgm:spPr/>
      <dgm:t>
        <a:bodyPr/>
        <a:lstStyle/>
        <a:p>
          <a:r>
            <a:rPr lang="pt-BR"/>
            <a:t>Medir</a:t>
          </a:r>
        </a:p>
      </dgm:t>
    </dgm:pt>
    <dgm:pt modelId="{F0FC3E09-5B9D-4BFF-8538-632E8CD22572}" type="parTrans" cxnId="{7A2DECC1-8564-47BD-9C6A-42E2A48A7574}">
      <dgm:prSet/>
      <dgm:spPr/>
      <dgm:t>
        <a:bodyPr/>
        <a:lstStyle/>
        <a:p>
          <a:endParaRPr lang="pt-BR"/>
        </a:p>
      </dgm:t>
    </dgm:pt>
    <dgm:pt modelId="{78B26969-9F4C-4171-93B9-49F8013D43F9}" type="sibTrans" cxnId="{7A2DECC1-8564-47BD-9C6A-42E2A48A7574}">
      <dgm:prSet/>
      <dgm:spPr/>
      <dgm:t>
        <a:bodyPr/>
        <a:lstStyle/>
        <a:p>
          <a:endParaRPr lang="pt-BR"/>
        </a:p>
      </dgm:t>
    </dgm:pt>
    <dgm:pt modelId="{A63D475C-B844-49DB-ABA4-E8D69896A7EA}">
      <dgm:prSet phldrT="[Texto]"/>
      <dgm:spPr/>
      <dgm:t>
        <a:bodyPr/>
        <a:lstStyle/>
        <a:p>
          <a:r>
            <a:rPr lang="pt-BR"/>
            <a:t>Ajustar</a:t>
          </a:r>
        </a:p>
      </dgm:t>
    </dgm:pt>
    <dgm:pt modelId="{255425DB-BDB2-44AB-A9BC-47EFDE6647E0}" type="parTrans" cxnId="{45D53584-D10E-443D-BDD1-6C9839A13A70}">
      <dgm:prSet/>
      <dgm:spPr/>
      <dgm:t>
        <a:bodyPr/>
        <a:lstStyle/>
        <a:p>
          <a:endParaRPr lang="pt-BR"/>
        </a:p>
      </dgm:t>
    </dgm:pt>
    <dgm:pt modelId="{2737B287-A7B5-4F34-B989-52D42B761332}" type="sibTrans" cxnId="{45D53584-D10E-443D-BDD1-6C9839A13A70}">
      <dgm:prSet/>
      <dgm:spPr/>
      <dgm:t>
        <a:bodyPr/>
        <a:lstStyle/>
        <a:p>
          <a:endParaRPr lang="pt-BR"/>
        </a:p>
      </dgm:t>
    </dgm:pt>
    <dgm:pt modelId="{B82A470D-71D3-4AE9-B3C6-D4BA8BD7866C}">
      <dgm:prSet phldrT="[Texto]"/>
      <dgm:spPr/>
      <dgm:t>
        <a:bodyPr/>
        <a:lstStyle/>
        <a:p>
          <a:r>
            <a:rPr lang="pt-BR"/>
            <a:t>Validar</a:t>
          </a:r>
        </a:p>
      </dgm:t>
    </dgm:pt>
    <dgm:pt modelId="{B95D27A0-0289-474C-9C83-FB70FB82B8DA}" type="parTrans" cxnId="{7301D830-16A3-451E-B0B3-1205869D17B6}">
      <dgm:prSet/>
      <dgm:spPr/>
      <dgm:t>
        <a:bodyPr/>
        <a:lstStyle/>
        <a:p>
          <a:endParaRPr lang="pt-BR"/>
        </a:p>
      </dgm:t>
    </dgm:pt>
    <dgm:pt modelId="{4671696A-227F-4E68-9349-67CB34088111}" type="sibTrans" cxnId="{7301D830-16A3-451E-B0B3-1205869D17B6}">
      <dgm:prSet/>
      <dgm:spPr/>
      <dgm:t>
        <a:bodyPr/>
        <a:lstStyle/>
        <a:p>
          <a:endParaRPr lang="pt-BR"/>
        </a:p>
      </dgm:t>
    </dgm:pt>
    <dgm:pt modelId="{2D13DB16-190F-470F-8DF8-6A5309AF3ED4}">
      <dgm:prSet phldrT="[Texto]"/>
      <dgm:spPr/>
      <dgm:t>
        <a:bodyPr/>
        <a:lstStyle/>
        <a:p>
          <a:r>
            <a:rPr lang="pt-BR"/>
            <a:t>Entregar</a:t>
          </a:r>
        </a:p>
      </dgm:t>
    </dgm:pt>
    <dgm:pt modelId="{C0532314-BF30-4405-A31E-D70E076CA268}" type="parTrans" cxnId="{8BD9B111-7D5C-4AB7-B271-81931E952C3B}">
      <dgm:prSet/>
      <dgm:spPr/>
      <dgm:t>
        <a:bodyPr/>
        <a:lstStyle/>
        <a:p>
          <a:endParaRPr lang="pt-BR"/>
        </a:p>
      </dgm:t>
    </dgm:pt>
    <dgm:pt modelId="{6DDF0347-E4B3-47B4-BE8D-4704E3BA47CE}" type="sibTrans" cxnId="{8BD9B111-7D5C-4AB7-B271-81931E952C3B}">
      <dgm:prSet/>
      <dgm:spPr/>
      <dgm:t>
        <a:bodyPr/>
        <a:lstStyle/>
        <a:p>
          <a:endParaRPr lang="pt-BR"/>
        </a:p>
      </dgm:t>
    </dgm:pt>
    <dgm:pt modelId="{CBBD3D79-00AE-432B-B3FD-CF8C8780825B}" type="pres">
      <dgm:prSet presAssocID="{823116F0-8955-448B-B7D5-40675BBCB694}" presName="diagram" presStyleCnt="0">
        <dgm:presLayoutVars>
          <dgm:dir/>
          <dgm:resizeHandles val="exact"/>
        </dgm:presLayoutVars>
      </dgm:prSet>
      <dgm:spPr/>
    </dgm:pt>
    <dgm:pt modelId="{E9A2E7C9-5A86-4902-B3A5-9851952968A3}" type="pres">
      <dgm:prSet presAssocID="{39DDA021-9F05-46DA-A75C-FB0DF9C70ED0}" presName="node" presStyleLbl="node1" presStyleIdx="0" presStyleCnt="5">
        <dgm:presLayoutVars>
          <dgm:bulletEnabled val="1"/>
        </dgm:presLayoutVars>
      </dgm:prSet>
      <dgm:spPr/>
    </dgm:pt>
    <dgm:pt modelId="{123829B4-BCB6-443B-9B05-3A9046CF3825}" type="pres">
      <dgm:prSet presAssocID="{497BBFAA-9445-418A-873B-4BA8F98D6658}" presName="sibTrans" presStyleCnt="0"/>
      <dgm:spPr/>
    </dgm:pt>
    <dgm:pt modelId="{377ABBAD-D472-4B7D-8411-0A8E2E690904}" type="pres">
      <dgm:prSet presAssocID="{F6DCFD07-A675-4B80-B4CC-C8DAE350CD35}" presName="node" presStyleLbl="node1" presStyleIdx="1" presStyleCnt="5">
        <dgm:presLayoutVars>
          <dgm:bulletEnabled val="1"/>
        </dgm:presLayoutVars>
      </dgm:prSet>
      <dgm:spPr/>
    </dgm:pt>
    <dgm:pt modelId="{5034C2EA-87F3-4222-9E7C-FB57B1A1D07C}" type="pres">
      <dgm:prSet presAssocID="{78B26969-9F4C-4171-93B9-49F8013D43F9}" presName="sibTrans" presStyleCnt="0"/>
      <dgm:spPr/>
    </dgm:pt>
    <dgm:pt modelId="{5812DB8B-0620-4BF3-9F0A-40CA1E7B7A94}" type="pres">
      <dgm:prSet presAssocID="{A63D475C-B844-49DB-ABA4-E8D69896A7EA}" presName="node" presStyleLbl="node1" presStyleIdx="2" presStyleCnt="5">
        <dgm:presLayoutVars>
          <dgm:bulletEnabled val="1"/>
        </dgm:presLayoutVars>
      </dgm:prSet>
      <dgm:spPr/>
    </dgm:pt>
    <dgm:pt modelId="{8378F81E-213D-40F5-A3E8-553D5EA16564}" type="pres">
      <dgm:prSet presAssocID="{2737B287-A7B5-4F34-B989-52D42B761332}" presName="sibTrans" presStyleCnt="0"/>
      <dgm:spPr/>
    </dgm:pt>
    <dgm:pt modelId="{D8AADB86-7EB4-4D59-9E7B-1549C6B501C6}" type="pres">
      <dgm:prSet presAssocID="{B82A470D-71D3-4AE9-B3C6-D4BA8BD7866C}" presName="node" presStyleLbl="node1" presStyleIdx="3" presStyleCnt="5">
        <dgm:presLayoutVars>
          <dgm:bulletEnabled val="1"/>
        </dgm:presLayoutVars>
      </dgm:prSet>
      <dgm:spPr/>
    </dgm:pt>
    <dgm:pt modelId="{6C8096E7-16B8-4E71-8834-517A278AA99F}" type="pres">
      <dgm:prSet presAssocID="{4671696A-227F-4E68-9349-67CB34088111}" presName="sibTrans" presStyleCnt="0"/>
      <dgm:spPr/>
    </dgm:pt>
    <dgm:pt modelId="{5178595A-0CDA-4305-8076-DB9687F05F5D}" type="pres">
      <dgm:prSet presAssocID="{2D13DB16-190F-470F-8DF8-6A5309AF3ED4}" presName="node" presStyleLbl="node1" presStyleIdx="4" presStyleCnt="5">
        <dgm:presLayoutVars>
          <dgm:bulletEnabled val="1"/>
        </dgm:presLayoutVars>
      </dgm:prSet>
      <dgm:spPr/>
    </dgm:pt>
  </dgm:ptLst>
  <dgm:cxnLst>
    <dgm:cxn modelId="{D5D0330F-1507-4E0D-97EB-40D296012C56}" srcId="{823116F0-8955-448B-B7D5-40675BBCB694}" destId="{39DDA021-9F05-46DA-A75C-FB0DF9C70ED0}" srcOrd="0" destOrd="0" parTransId="{BD53450D-24B4-4941-9299-26767A5F2092}" sibTransId="{497BBFAA-9445-418A-873B-4BA8F98D6658}"/>
    <dgm:cxn modelId="{8BD9B111-7D5C-4AB7-B271-81931E952C3B}" srcId="{823116F0-8955-448B-B7D5-40675BBCB694}" destId="{2D13DB16-190F-470F-8DF8-6A5309AF3ED4}" srcOrd="4" destOrd="0" parTransId="{C0532314-BF30-4405-A31E-D70E076CA268}" sibTransId="{6DDF0347-E4B3-47B4-BE8D-4704E3BA47CE}"/>
    <dgm:cxn modelId="{7301D830-16A3-451E-B0B3-1205869D17B6}" srcId="{823116F0-8955-448B-B7D5-40675BBCB694}" destId="{B82A470D-71D3-4AE9-B3C6-D4BA8BD7866C}" srcOrd="3" destOrd="0" parTransId="{B95D27A0-0289-474C-9C83-FB70FB82B8DA}" sibTransId="{4671696A-227F-4E68-9349-67CB34088111}"/>
    <dgm:cxn modelId="{CCB9AC57-1013-43CE-90DE-4944514C8D83}" type="presOf" srcId="{39DDA021-9F05-46DA-A75C-FB0DF9C70ED0}" destId="{E9A2E7C9-5A86-4902-B3A5-9851952968A3}" srcOrd="0" destOrd="0" presId="urn:microsoft.com/office/officeart/2005/8/layout/default"/>
    <dgm:cxn modelId="{DA3DB978-9EAF-4F0B-AA9A-9EBA9B48B558}" type="presOf" srcId="{A63D475C-B844-49DB-ABA4-E8D69896A7EA}" destId="{5812DB8B-0620-4BF3-9F0A-40CA1E7B7A94}" srcOrd="0" destOrd="0" presId="urn:microsoft.com/office/officeart/2005/8/layout/default"/>
    <dgm:cxn modelId="{58ABBC83-9E85-4539-9CF6-6283972C44CE}" type="presOf" srcId="{823116F0-8955-448B-B7D5-40675BBCB694}" destId="{CBBD3D79-00AE-432B-B3FD-CF8C8780825B}" srcOrd="0" destOrd="0" presId="urn:microsoft.com/office/officeart/2005/8/layout/default"/>
    <dgm:cxn modelId="{45D53584-D10E-443D-BDD1-6C9839A13A70}" srcId="{823116F0-8955-448B-B7D5-40675BBCB694}" destId="{A63D475C-B844-49DB-ABA4-E8D69896A7EA}" srcOrd="2" destOrd="0" parTransId="{255425DB-BDB2-44AB-A9BC-47EFDE6647E0}" sibTransId="{2737B287-A7B5-4F34-B989-52D42B761332}"/>
    <dgm:cxn modelId="{D8672989-9FE7-410A-B467-2BDDC18FC92A}" type="presOf" srcId="{F6DCFD07-A675-4B80-B4CC-C8DAE350CD35}" destId="{377ABBAD-D472-4B7D-8411-0A8E2E690904}" srcOrd="0" destOrd="0" presId="urn:microsoft.com/office/officeart/2005/8/layout/default"/>
    <dgm:cxn modelId="{DC8986BE-7828-4069-A4B1-6268C0D45120}" type="presOf" srcId="{B82A470D-71D3-4AE9-B3C6-D4BA8BD7866C}" destId="{D8AADB86-7EB4-4D59-9E7B-1549C6B501C6}" srcOrd="0" destOrd="0" presId="urn:microsoft.com/office/officeart/2005/8/layout/default"/>
    <dgm:cxn modelId="{4B63ADBE-4149-4CFF-9410-E0B891D4C637}" type="presOf" srcId="{2D13DB16-190F-470F-8DF8-6A5309AF3ED4}" destId="{5178595A-0CDA-4305-8076-DB9687F05F5D}" srcOrd="0" destOrd="0" presId="urn:microsoft.com/office/officeart/2005/8/layout/default"/>
    <dgm:cxn modelId="{7A2DECC1-8564-47BD-9C6A-42E2A48A7574}" srcId="{823116F0-8955-448B-B7D5-40675BBCB694}" destId="{F6DCFD07-A675-4B80-B4CC-C8DAE350CD35}" srcOrd="1" destOrd="0" parTransId="{F0FC3E09-5B9D-4BFF-8538-632E8CD22572}" sibTransId="{78B26969-9F4C-4171-93B9-49F8013D43F9}"/>
    <dgm:cxn modelId="{483AD61D-FF56-4182-8486-C89B872DA0FC}" type="presParOf" srcId="{CBBD3D79-00AE-432B-B3FD-CF8C8780825B}" destId="{E9A2E7C9-5A86-4902-B3A5-9851952968A3}" srcOrd="0" destOrd="0" presId="urn:microsoft.com/office/officeart/2005/8/layout/default"/>
    <dgm:cxn modelId="{D41788F0-372B-473D-8392-7E2E248E2200}" type="presParOf" srcId="{CBBD3D79-00AE-432B-B3FD-CF8C8780825B}" destId="{123829B4-BCB6-443B-9B05-3A9046CF3825}" srcOrd="1" destOrd="0" presId="urn:microsoft.com/office/officeart/2005/8/layout/default"/>
    <dgm:cxn modelId="{B3CD6827-CD82-4A2C-9CDE-703CA65AB2CB}" type="presParOf" srcId="{CBBD3D79-00AE-432B-B3FD-CF8C8780825B}" destId="{377ABBAD-D472-4B7D-8411-0A8E2E690904}" srcOrd="2" destOrd="0" presId="urn:microsoft.com/office/officeart/2005/8/layout/default"/>
    <dgm:cxn modelId="{27676B73-5FF5-4EEA-9500-7D4B01DD1EC1}" type="presParOf" srcId="{CBBD3D79-00AE-432B-B3FD-CF8C8780825B}" destId="{5034C2EA-87F3-4222-9E7C-FB57B1A1D07C}" srcOrd="3" destOrd="0" presId="urn:microsoft.com/office/officeart/2005/8/layout/default"/>
    <dgm:cxn modelId="{921A48D8-3BAB-417C-BCF1-6D48D797D600}" type="presParOf" srcId="{CBBD3D79-00AE-432B-B3FD-CF8C8780825B}" destId="{5812DB8B-0620-4BF3-9F0A-40CA1E7B7A94}" srcOrd="4" destOrd="0" presId="urn:microsoft.com/office/officeart/2005/8/layout/default"/>
    <dgm:cxn modelId="{3228A0E1-19CB-48A1-B265-D5CF1A33964C}" type="presParOf" srcId="{CBBD3D79-00AE-432B-B3FD-CF8C8780825B}" destId="{8378F81E-213D-40F5-A3E8-553D5EA16564}" srcOrd="5" destOrd="0" presId="urn:microsoft.com/office/officeart/2005/8/layout/default"/>
    <dgm:cxn modelId="{6D7FD29C-946B-490A-AB22-8B44EEFC511F}" type="presParOf" srcId="{CBBD3D79-00AE-432B-B3FD-CF8C8780825B}" destId="{D8AADB86-7EB4-4D59-9E7B-1549C6B501C6}" srcOrd="6" destOrd="0" presId="urn:microsoft.com/office/officeart/2005/8/layout/default"/>
    <dgm:cxn modelId="{231FC958-63EC-4FC2-A06C-B414439E5A21}" type="presParOf" srcId="{CBBD3D79-00AE-432B-B3FD-CF8C8780825B}" destId="{6C8096E7-16B8-4E71-8834-517A278AA99F}" srcOrd="7" destOrd="0" presId="urn:microsoft.com/office/officeart/2005/8/layout/default"/>
    <dgm:cxn modelId="{F2433730-BC72-461E-BFCD-91511A043509}" type="presParOf" srcId="{CBBD3D79-00AE-432B-B3FD-CF8C8780825B}" destId="{5178595A-0CDA-4305-8076-DB9687F05F5D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855748-0ACB-402D-8F3A-DBE7D0EF3A28}">
      <dsp:nvSpPr>
        <dsp:cNvPr id="0" name=""/>
        <dsp:cNvSpPr/>
      </dsp:nvSpPr>
      <dsp:spPr>
        <a:xfrm>
          <a:off x="0" y="476250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900" kern="1200"/>
            <a:t>Planejar</a:t>
          </a:r>
        </a:p>
      </dsp:txBody>
      <dsp:txXfrm>
        <a:off x="0" y="476250"/>
        <a:ext cx="3174999" cy="1904999"/>
      </dsp:txXfrm>
    </dsp:sp>
    <dsp:sp modelId="{F38273D1-5943-4BBE-BE24-2CBF7615E0E9}">
      <dsp:nvSpPr>
        <dsp:cNvPr id="0" name=""/>
        <dsp:cNvSpPr/>
      </dsp:nvSpPr>
      <dsp:spPr>
        <a:xfrm>
          <a:off x="3492500" y="476250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900" kern="1200"/>
            <a:t>Medir</a:t>
          </a:r>
        </a:p>
      </dsp:txBody>
      <dsp:txXfrm>
        <a:off x="3492500" y="476250"/>
        <a:ext cx="3174999" cy="1904999"/>
      </dsp:txXfrm>
    </dsp:sp>
    <dsp:sp modelId="{F2F3EF40-036A-45D3-A7D4-0E8FD37BD65A}">
      <dsp:nvSpPr>
        <dsp:cNvPr id="0" name=""/>
        <dsp:cNvSpPr/>
      </dsp:nvSpPr>
      <dsp:spPr>
        <a:xfrm>
          <a:off x="6985000" y="476250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900" kern="1200"/>
            <a:t>Ajustar</a:t>
          </a:r>
        </a:p>
      </dsp:txBody>
      <dsp:txXfrm>
        <a:off x="6985000" y="476250"/>
        <a:ext cx="3174999" cy="1904999"/>
      </dsp:txXfrm>
    </dsp:sp>
    <dsp:sp modelId="{A88E3738-8477-44ED-B9BA-574F314CA468}">
      <dsp:nvSpPr>
        <dsp:cNvPr id="0" name=""/>
        <dsp:cNvSpPr/>
      </dsp:nvSpPr>
      <dsp:spPr>
        <a:xfrm>
          <a:off x="1746250" y="2698750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900" kern="1200"/>
            <a:t>Validar</a:t>
          </a:r>
        </a:p>
      </dsp:txBody>
      <dsp:txXfrm>
        <a:off x="1746250" y="2698750"/>
        <a:ext cx="3174999" cy="1904999"/>
      </dsp:txXfrm>
    </dsp:sp>
    <dsp:sp modelId="{3F68C4CC-80F3-437F-8BEB-B9A4EACF7317}">
      <dsp:nvSpPr>
        <dsp:cNvPr id="0" name=""/>
        <dsp:cNvSpPr/>
      </dsp:nvSpPr>
      <dsp:spPr>
        <a:xfrm>
          <a:off x="5238750" y="2698749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900" kern="1200"/>
            <a:t>Entregar</a:t>
          </a:r>
        </a:p>
      </dsp:txBody>
      <dsp:txXfrm>
        <a:off x="5238750" y="2698749"/>
        <a:ext cx="3174999" cy="19049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499A47-A02D-431A-A117-4BF6441FC13D}">
      <dsp:nvSpPr>
        <dsp:cNvPr id="0" name=""/>
        <dsp:cNvSpPr/>
      </dsp:nvSpPr>
      <dsp:spPr>
        <a:xfrm>
          <a:off x="0" y="476250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900" kern="1200"/>
            <a:t>Planejar</a:t>
          </a:r>
        </a:p>
      </dsp:txBody>
      <dsp:txXfrm>
        <a:off x="0" y="476250"/>
        <a:ext cx="3174999" cy="1904999"/>
      </dsp:txXfrm>
    </dsp:sp>
    <dsp:sp modelId="{CABDAB1C-2782-4271-922F-67A4FA2B2939}">
      <dsp:nvSpPr>
        <dsp:cNvPr id="0" name=""/>
        <dsp:cNvSpPr/>
      </dsp:nvSpPr>
      <dsp:spPr>
        <a:xfrm>
          <a:off x="3492500" y="476250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900" kern="1200"/>
            <a:t>Medir</a:t>
          </a:r>
        </a:p>
      </dsp:txBody>
      <dsp:txXfrm>
        <a:off x="3492500" y="476250"/>
        <a:ext cx="3174999" cy="1904999"/>
      </dsp:txXfrm>
    </dsp:sp>
    <dsp:sp modelId="{BB97207B-FC65-4A17-B7C5-39A5F19D6848}">
      <dsp:nvSpPr>
        <dsp:cNvPr id="0" name=""/>
        <dsp:cNvSpPr/>
      </dsp:nvSpPr>
      <dsp:spPr>
        <a:xfrm>
          <a:off x="6985000" y="476250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900" kern="1200"/>
            <a:t>Ajustar</a:t>
          </a:r>
        </a:p>
      </dsp:txBody>
      <dsp:txXfrm>
        <a:off x="6985000" y="476250"/>
        <a:ext cx="3174999" cy="1904999"/>
      </dsp:txXfrm>
    </dsp:sp>
    <dsp:sp modelId="{CDCE99DB-A77E-4FF6-A593-084684020454}">
      <dsp:nvSpPr>
        <dsp:cNvPr id="0" name=""/>
        <dsp:cNvSpPr/>
      </dsp:nvSpPr>
      <dsp:spPr>
        <a:xfrm>
          <a:off x="1746250" y="2698750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900" kern="1200"/>
            <a:t>Validar</a:t>
          </a:r>
        </a:p>
      </dsp:txBody>
      <dsp:txXfrm>
        <a:off x="1746250" y="2698750"/>
        <a:ext cx="3174999" cy="1904999"/>
      </dsp:txXfrm>
    </dsp:sp>
    <dsp:sp modelId="{8035BBEA-A7FF-4EB0-B085-2DFD49F3AED4}">
      <dsp:nvSpPr>
        <dsp:cNvPr id="0" name=""/>
        <dsp:cNvSpPr/>
      </dsp:nvSpPr>
      <dsp:spPr>
        <a:xfrm>
          <a:off x="5238750" y="2698749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900" kern="1200"/>
            <a:t>Entregar</a:t>
          </a:r>
        </a:p>
      </dsp:txBody>
      <dsp:txXfrm>
        <a:off x="5238750" y="2698749"/>
        <a:ext cx="3174999" cy="19049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A2E7C9-5A86-4902-B3A5-9851952968A3}">
      <dsp:nvSpPr>
        <dsp:cNvPr id="0" name=""/>
        <dsp:cNvSpPr/>
      </dsp:nvSpPr>
      <dsp:spPr>
        <a:xfrm>
          <a:off x="0" y="476250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900" kern="1200"/>
            <a:t>Planejar</a:t>
          </a:r>
        </a:p>
      </dsp:txBody>
      <dsp:txXfrm>
        <a:off x="0" y="476250"/>
        <a:ext cx="3174999" cy="1904999"/>
      </dsp:txXfrm>
    </dsp:sp>
    <dsp:sp modelId="{377ABBAD-D472-4B7D-8411-0A8E2E690904}">
      <dsp:nvSpPr>
        <dsp:cNvPr id="0" name=""/>
        <dsp:cNvSpPr/>
      </dsp:nvSpPr>
      <dsp:spPr>
        <a:xfrm>
          <a:off x="3492500" y="476250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900" kern="1200"/>
            <a:t>Medir</a:t>
          </a:r>
        </a:p>
      </dsp:txBody>
      <dsp:txXfrm>
        <a:off x="3492500" y="476250"/>
        <a:ext cx="3174999" cy="1904999"/>
      </dsp:txXfrm>
    </dsp:sp>
    <dsp:sp modelId="{5812DB8B-0620-4BF3-9F0A-40CA1E7B7A94}">
      <dsp:nvSpPr>
        <dsp:cNvPr id="0" name=""/>
        <dsp:cNvSpPr/>
      </dsp:nvSpPr>
      <dsp:spPr>
        <a:xfrm>
          <a:off x="6985000" y="476250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900" kern="1200"/>
            <a:t>Ajustar</a:t>
          </a:r>
        </a:p>
      </dsp:txBody>
      <dsp:txXfrm>
        <a:off x="6985000" y="476250"/>
        <a:ext cx="3174999" cy="1904999"/>
      </dsp:txXfrm>
    </dsp:sp>
    <dsp:sp modelId="{D8AADB86-7EB4-4D59-9E7B-1549C6B501C6}">
      <dsp:nvSpPr>
        <dsp:cNvPr id="0" name=""/>
        <dsp:cNvSpPr/>
      </dsp:nvSpPr>
      <dsp:spPr>
        <a:xfrm>
          <a:off x="1746250" y="2698750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900" kern="1200"/>
            <a:t>Validar</a:t>
          </a:r>
        </a:p>
      </dsp:txBody>
      <dsp:txXfrm>
        <a:off x="1746250" y="2698750"/>
        <a:ext cx="3174999" cy="1904999"/>
      </dsp:txXfrm>
    </dsp:sp>
    <dsp:sp modelId="{5178595A-0CDA-4305-8076-DB9687F05F5D}">
      <dsp:nvSpPr>
        <dsp:cNvPr id="0" name=""/>
        <dsp:cNvSpPr/>
      </dsp:nvSpPr>
      <dsp:spPr>
        <a:xfrm>
          <a:off x="5238750" y="2698749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900" kern="1200"/>
            <a:t>Entregar</a:t>
          </a:r>
        </a:p>
      </dsp:txBody>
      <dsp:txXfrm>
        <a:off x="5238750" y="2698749"/>
        <a:ext cx="3174999" cy="19049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E24D98-9535-48F7-95EC-43C4C1148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D1AC81-47F6-353B-9D9A-78D41B177F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BFA42A-2CF9-0B41-5933-1A958FE5F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3B3B9-311D-47E2-85ED-D12AF8C5D5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024533-D038-6A9C-4593-5373A61E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2A34AC-1878-FECE-EE1B-9AF0FC62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A4EF-4421-49FF-892C-F5A329C65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5269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6A4094-1CEC-C30C-E7F2-511D10447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A56E4F-2AC7-696A-E8A1-3DCF01A22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50D398-4C5E-2E34-C827-B6886B8DD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3B3B9-311D-47E2-85ED-D12AF8C5D5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737C03-5700-F6EF-4713-D820D83BC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B344C8-1293-6A82-8406-B62537DAC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A4EF-4421-49FF-892C-F5A329C65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5061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D9B27-E709-5640-9FB6-44CA4F6CE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C61C8C-C596-8A61-6B28-BC660764D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CCD4F7-6D6B-8672-31D6-7919DC52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3B3B9-311D-47E2-85ED-D12AF8C5D5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76D816-6F5C-46FE-C6EF-6E19E63E8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FDA707-33BA-B8D5-77D8-528683282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A4EF-4421-49FF-892C-F5A329C65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1417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B1E02E-5FAB-B5CD-D2B0-BF4E52CE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0E2846-F118-7006-3E91-D0EB1B4CEE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08A13D-709A-C5C3-688C-1C8E6E1F1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1B014B-1D07-3DC9-51E8-401D546B9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3B3B9-311D-47E2-85ED-D12AF8C5D5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DB8BC6-7B90-A7A9-6B5C-4307DCD1A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2FE253-C0AF-9059-D200-D701327A9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A4EF-4421-49FF-892C-F5A329C65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306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B8AFA4-E783-8F9C-C9E9-0D60D200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5407F2-ADCD-1129-1664-328A58A71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5CC9C77-5B15-AEFE-563D-08D009E52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EDB8AC4-9128-F387-38DA-C6395A3C3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29F25BE-4673-0AF6-97F8-A9AF54CFB2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2DE29F2-0880-F4AB-F075-6DB7CD4A6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3B3B9-311D-47E2-85ED-D12AF8C5D5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AE11E74-46A5-5922-5684-F62EDB11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EA1EEDD-BB71-04EB-9025-9376F549E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A4EF-4421-49FF-892C-F5A329C65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140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02588E-E868-E28F-3187-F2BF16D5B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AC1C7E-2C92-52C5-60EB-BCCA7B792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3B3B9-311D-47E2-85ED-D12AF8C5D5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CAB6ADB-0DED-1713-EBB6-73B890461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FBFA7C8-D40F-806B-3242-F67982276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A4EF-4421-49FF-892C-F5A329C65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5303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81725FA-CEAD-2299-9304-188A596EF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3B3B9-311D-47E2-85ED-D12AF8C5D5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BA576E3-C378-CE96-03E8-AC0DE021C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E51716-38F7-F8FB-5F29-B4C9ECDC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A4EF-4421-49FF-892C-F5A329C65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57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669AF-ACC2-BB51-ED9B-621708DB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85ABE6-691D-541A-B75E-DEF518614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D97E968-678B-1D81-5A79-D354E470E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65FE55-C3A1-67FF-CD8F-C496FC3AF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3B3B9-311D-47E2-85ED-D12AF8C5D5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D59B7F-A20A-056E-A1D9-1821C03AB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8728B6-729C-BAB9-257F-A2DD243FE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A4EF-4421-49FF-892C-F5A329C65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96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64EDA-FF1E-6DDB-A5D7-9D110A47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FDB0545-4878-99DA-78CA-4EEC9E58202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9D875BA-4302-1FF8-D7C0-7CA4DFB27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82AA4C-BB46-A877-E083-49F28B34C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3B3B9-311D-47E2-85ED-D12AF8C5D5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6DD831-BAB2-ACFF-687F-1863CF774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DCB24B-500B-3073-5DCB-02B87887D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A4EF-4421-49FF-892C-F5A329C65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5545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1D4835-234B-CBF2-4CDD-C04F0F6F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F18092-091C-C20E-BA5A-7738CEE4E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EED327-7B2A-FCD3-3E87-6B2BBF32D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3B3B9-311D-47E2-85ED-D12AF8C5D5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A73C3D-0217-2BCC-5236-FCF48991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0A364A-83C6-2730-0CE6-1418FD713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A4EF-4421-49FF-892C-F5A329C65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810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557C5D1-F740-7845-638C-CE48EE257E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4943E4C-64EF-226A-C207-2CA6FE61E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826998-7364-52B9-59C2-9515156C6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3B3B9-311D-47E2-85ED-D12AF8C5D5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FAB47F-7776-EEA1-9A64-5F5F21C87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BE045B-6DBB-05CF-CEB9-0C1D2CF8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A4EF-4421-49FF-892C-F5A329C65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1791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1D20FD1-8D8C-7853-978C-CC55FFCDA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B92564-60E1-5736-628F-E66A922D5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F66A81-EF7B-6C45-DBAC-48E56FB778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B3B9-311D-47E2-85ED-D12AF8C5D58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A84F4F-EA5E-27A6-E98E-91F8AC3C65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309860-F71A-82CB-0716-CF98FF138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71A4EF-4421-49FF-892C-F5A329C65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484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30C4FCB-1620-A62C-0B6A-EDFB42AB563D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400"/>
              <a:t>G1 colunas por SÉRIE</a:t>
            </a: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E80D41D1-D651-C5DE-51B8-E8F57E4A97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7905209"/>
              </p:ext>
            </p:extLst>
          </p:nvPr>
        </p:nvGraphicFramePr>
        <p:xfrm>
          <a:off x="1016000" y="889000"/>
          <a:ext cx="10160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75477395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series"/>
        </p:bldSub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07BC42D-5649-2368-C579-4F9B49A605FB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400"/>
              <a:t>G2 colunas por CATEGORIA</a:t>
            </a: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E229D256-DF8F-9B96-BEE9-52E0E2D6BC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978040"/>
              </p:ext>
            </p:extLst>
          </p:nvPr>
        </p:nvGraphicFramePr>
        <p:xfrm>
          <a:off x="1016000" y="889000"/>
          <a:ext cx="10160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64020015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category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3CB86CF-2DFC-7AA8-3EBD-7F2BF37CACD4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400"/>
              <a:t>G3 colunas por ELEMENTO da série</a:t>
            </a: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1E0BBA0B-8624-A2E6-E750-9828F6A812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717198"/>
              </p:ext>
            </p:extLst>
          </p:nvPr>
        </p:nvGraphicFramePr>
        <p:xfrm>
          <a:off x="1016000" y="889000"/>
          <a:ext cx="10160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49766426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1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chart seriesIdx="0" categoryIdx="1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2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graphicEl>
                                              <a:chart seriesIdx="0" categoryIdx="2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3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graphicEl>
                                              <a:chart seriesIdx="0" categoryIdx="3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1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graphicEl>
                                              <a:chart seriesIdx="1" categoryIdx="1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2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graphicEl>
                                              <a:chart seriesIdx="1" categoryIdx="2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3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graphicEl>
                                              <a:chart seriesIdx="1" categoryIdx="3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graphicEl>
                                              <a:chart seriesIdx="2" categoryIdx="0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1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graphicEl>
                                              <a:chart seriesIdx="2" categoryIdx="1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2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">
                                            <p:graphicEl>
                                              <a:chart seriesIdx="2" categoryIdx="2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3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">
                                            <p:graphicEl>
                                              <a:chart seriesIdx="2" categoryIdx="3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seriesEl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D2F3233-DDAA-6BD6-6A80-C07CE6C72275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400"/>
              <a:t>G4 colunas por ELEMENTO da categoria</a:t>
            </a: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61C9EBE7-D016-34B1-C2C5-120EA9972C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1084739"/>
              </p:ext>
            </p:extLst>
          </p:nvPr>
        </p:nvGraphicFramePr>
        <p:xfrm>
          <a:off x="1016000" y="889000"/>
          <a:ext cx="10160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27900887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0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graphicEl>
                                              <a:chart seriesIdx="0" categoryIdx="0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0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chart seriesIdx="1" categoryIdx="0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0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graphicEl>
                                              <a:chart seriesIdx="2" categoryIdx="0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1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graphicEl>
                                              <a:chart seriesIdx="0" categoryIdx="1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1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graphicEl>
                                              <a:chart seriesIdx="1" categoryIdx="1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1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graphicEl>
                                              <a:chart seriesIdx="2" categoryIdx="1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2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graphicEl>
                                              <a:chart seriesIdx="0" categoryIdx="2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2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graphicEl>
                                              <a:chart seriesIdx="1" categoryIdx="2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2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graphicEl>
                                              <a:chart seriesIdx="2" categoryIdx="2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3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graphicEl>
                                              <a:chart seriesIdx="0" categoryIdx="3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3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">
                                            <p:graphicEl>
                                              <a:chart seriesIdx="1" categoryIdx="3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3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">
                                            <p:graphicEl>
                                              <a:chart seriesIdx="2" categoryIdx="3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categoryEl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CE4CE69-9769-1AC7-9747-C7AA2C1D4CFD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400"/>
              <a:t>G5 pizza por CATEGORIA</a:t>
            </a: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7EC5C532-03E5-1B2C-98BC-ECF22706B4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5570418"/>
              </p:ext>
            </p:extLst>
          </p:nvPr>
        </p:nvGraphicFramePr>
        <p:xfrm>
          <a:off x="1016000" y="889000"/>
          <a:ext cx="10160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75490703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category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0C16CFC-BF15-AA88-9680-118DA20EA7B6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400"/>
              <a:t>G6 linhas por SÉRIE</a:t>
            </a: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338FD438-FE08-9BEF-F7B8-F72BD31663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2062820"/>
              </p:ext>
            </p:extLst>
          </p:nvPr>
        </p:nvGraphicFramePr>
        <p:xfrm>
          <a:off x="1016000" y="889000"/>
          <a:ext cx="10160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02584653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series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04E9BDE-07D6-F5CA-3517-1EE594420654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400"/>
              <a:t>S1 SmartArt um a um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7E235C92-E2AC-191A-9360-50301911F2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9436089"/>
              </p:ext>
            </p:extLst>
          </p:nvPr>
        </p:nvGraphicFramePr>
        <p:xfrm>
          <a:off x="1016000" y="1016000"/>
          <a:ext cx="10160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2360626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D855748-0ACB-402D-8F3A-DBE7D0EF3A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8D855748-0ACB-402D-8F3A-DBE7D0EF3A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38273D1-5943-4BBE-BE24-2CBF7615E0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graphicEl>
                                              <a:dgm id="{F38273D1-5943-4BBE-BE24-2CBF7615E0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2F3EF40-036A-45D3-A7D4-0E8FD37BD6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dgm id="{F2F3EF40-036A-45D3-A7D4-0E8FD37BD65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88E3738-8477-44ED-B9BA-574F314CA4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graphicEl>
                                              <a:dgm id="{A88E3738-8477-44ED-B9BA-574F314CA4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F68C4CC-80F3-437F-8BEB-B9A4EACF73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graphicEl>
                                              <a:dgm id="{3F68C4CC-80F3-437F-8BEB-B9A4EACF73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46526E2-08CF-F54F-E610-1E53018C648A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400"/>
              <a:t>S2 SmartArt por nível de uma vez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3D7220FB-6719-93B2-C210-DF2A3298B6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3072668"/>
              </p:ext>
            </p:extLst>
          </p:nvPr>
        </p:nvGraphicFramePr>
        <p:xfrm>
          <a:off x="1016000" y="1016000"/>
          <a:ext cx="10160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8084699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7499A47-A02D-431A-A117-4BF6441FC1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B7499A47-A02D-431A-A117-4BF6441FC1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ABDAB1C-2782-4271-922F-67A4FA2B29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graphicEl>
                                              <a:dgm id="{CABDAB1C-2782-4271-922F-67A4FA2B29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B97207B-FC65-4A17-B7C5-39A5F19D68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dgm id="{BB97207B-FC65-4A17-B7C5-39A5F19D684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DCE99DB-A77E-4FF6-A593-0846840204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graphicEl>
                                              <a:dgm id="{CDCE99DB-A77E-4FF6-A593-0846840204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035BBEA-A7FF-4EB0-B085-2DFD49F3AE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graphicEl>
                                              <a:dgm id="{8035BBEA-A7FF-4EB0-B085-2DFD49F3AE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lvlAtOnc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CF6D6F1-3CA9-84F3-5714-C9E285841B86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400"/>
              <a:t>S3 SmartArt um a um invertido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6749456E-EABE-0A20-FA3B-52BE9655DB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2763638"/>
              </p:ext>
            </p:extLst>
          </p:nvPr>
        </p:nvGraphicFramePr>
        <p:xfrm>
          <a:off x="1016000" y="1016000"/>
          <a:ext cx="10160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9341944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178595A-0CDA-4305-8076-DB9687F05F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5178595A-0CDA-4305-8076-DB9687F05F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8AADB86-7EB4-4D59-9E7B-1549C6B501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graphicEl>
                                              <a:dgm id="{D8AADB86-7EB4-4D59-9E7B-1549C6B501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812DB8B-0620-4BF3-9F0A-40CA1E7B7A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dgm id="{5812DB8B-0620-4BF3-9F0A-40CA1E7B7A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77ABBAD-D472-4B7D-8411-0A8E2E6909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graphicEl>
                                              <a:dgm id="{377ABBAD-D472-4B7D-8411-0A8E2E6909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9A2E7C9-5A86-4902-B3A5-9851952968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graphicEl>
                                              <a:dgm id="{E9A2E7C9-5A86-4902-B3A5-9851952968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 rev="1"/>
        </p:bldSub>
      </p:bldGraphic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2</cp:revision>
  <dcterms:created xsi:type="dcterms:W3CDTF">2026-10-06T21:17:10Z</dcterms:created>
  <dcterms:modified xsi:type="dcterms:W3CDTF">2026-10-06T21:52:09Z</dcterms:modified>
</cp:coreProperties>
</file>