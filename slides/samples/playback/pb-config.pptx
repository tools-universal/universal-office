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showAnimation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0" d="100"/>
          <a:sy n="40" d="100"/>
        </p:scale>
        <p:origin x="846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AA017B5-0360-BF28-9DFF-E3B3F042B1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5D9159A-6294-D45F-31D1-BEC69553A8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F09EEC4-CD3C-6BC8-7A0C-ECC853479E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C443B9-23EA-456A-A483-DA702C3D8D4D}" type="datetimeFigureOut">
              <a:rPr lang="pt-BR" smtClean="0"/>
              <a:t>06/10/2026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F7102BB-1871-7253-951B-57D5C26B10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8AF2BD9-3A40-3C70-8F90-1A07648D6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651490-426B-476E-A962-C760B2C1FAC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45783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0B65EA-3639-D37E-3457-1E51F0DEFE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9C3AE1C-49C3-6167-C90B-9F893E37DA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A861719-02C6-648D-5D8A-4AFE9069CE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C443B9-23EA-456A-A483-DA702C3D8D4D}" type="datetimeFigureOut">
              <a:rPr lang="pt-BR" smtClean="0"/>
              <a:t>06/10/2026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60B2D86-E8A5-1F5C-EAD3-241386B9B1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35E2530-601D-F987-90C5-114D1777DD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651490-426B-476E-A962-C760B2C1FAC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379460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ECB78B6-8502-3D91-F22D-377B1D455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29387BD-8A17-2A65-99D0-F1D7806E41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9EDCDB1-46B4-ED7C-8509-49C3E7A737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C443B9-23EA-456A-A483-DA702C3D8D4D}" type="datetimeFigureOut">
              <a:rPr lang="pt-BR" smtClean="0"/>
              <a:t>06/10/2026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6232A6A-3278-F9DF-637F-28D954013C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B65340E-4F88-82CB-847A-D76D498B32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651490-426B-476E-A962-C760B2C1FAC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738414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605DA4-76CA-1993-4564-52C1DE238D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13EFBC8-F86F-16AA-DB42-434811E570A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CF164D8C-BCAD-5282-6F36-6743F61216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24BDE11-D387-F87A-D33C-E3D4B9D6BF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C443B9-23EA-456A-A483-DA702C3D8D4D}" type="datetimeFigureOut">
              <a:rPr lang="pt-BR" smtClean="0"/>
              <a:t>06/10/2026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50D1349-E2D6-27C3-509F-FCA11EF97B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5B43C23-CBAB-F87F-D5E6-B54123612A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651490-426B-476E-A962-C760B2C1FAC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076178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324CE20-BF43-D560-DE0F-93D99CF90C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E8619A9-92F4-C517-5285-2AB6BB0D5F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C1F1B585-C453-1F10-F768-3FB8476619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FB2DBED3-526E-1FEA-3FCF-5C1D949C136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D330182A-F38A-3A11-D9BC-18408A54EBA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A5E5DD9F-5D38-57A0-5BB8-296286E45D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C443B9-23EA-456A-A483-DA702C3D8D4D}" type="datetimeFigureOut">
              <a:rPr lang="pt-BR" smtClean="0"/>
              <a:t>06/10/2026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3B92159A-E280-5F2E-27BC-DA6AB15ACB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2C3B55E0-E46B-AF72-FAA6-07C686C4BB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651490-426B-476E-A962-C760B2C1FAC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770793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B624AC-2753-4D25-A600-C350F6AA47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73EA2684-50F6-E9AC-A72B-08965A6CF4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C443B9-23EA-456A-A483-DA702C3D8D4D}" type="datetimeFigureOut">
              <a:rPr lang="pt-BR" smtClean="0"/>
              <a:t>06/10/2026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BBE72FB1-1D56-C4A6-66E1-70335260D5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F13940A7-4775-5DAB-C84A-0B0A238B2E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651490-426B-476E-A962-C760B2C1FAC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452307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84937C41-EF56-DD7B-2136-543DE4D49A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C443B9-23EA-456A-A483-DA702C3D8D4D}" type="datetimeFigureOut">
              <a:rPr lang="pt-BR" smtClean="0"/>
              <a:t>06/10/2026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032F02BC-9C71-8A54-9C12-BC8FCA2D65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2AD36BE4-3D6A-BDEE-BEE7-5510165634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651490-426B-476E-A962-C760B2C1FAC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181688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B0260BA-0423-2CB6-822F-F9BB3FE75E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FEFED38-4755-8D92-21EE-FCE071C2EB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31A222CE-1DE0-41B4-B806-F36F48FC55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B181BF9-7CAB-948D-738D-5A513DA8CE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C443B9-23EA-456A-A483-DA702C3D8D4D}" type="datetimeFigureOut">
              <a:rPr lang="pt-BR" smtClean="0"/>
              <a:t>06/10/2026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9AB3EBB-80B3-7233-822D-9C96371198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5353CF2-37DB-7FD7-33F8-434ABDFE04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651490-426B-476E-A962-C760B2C1FAC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846344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9986D13-1999-6E51-D6AA-CC40061AFE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98546B4E-5C4C-0579-C0B7-DF8BFC1FF9CF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CEB64FC-1030-E010-2B32-D64DBA5B18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A5CD36D-5C97-72EA-9B5B-4535663C59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C443B9-23EA-456A-A483-DA702C3D8D4D}" type="datetimeFigureOut">
              <a:rPr lang="pt-BR" smtClean="0"/>
              <a:t>06/10/2026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EBAB0E0-12D6-F941-6C69-C5FD033187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EE8D2BBB-0FEF-4740-1776-0D8EC2C123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651490-426B-476E-A962-C760B2C1FAC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603736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08D8A9-D021-CAA2-FB02-17C7ED2380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D9BB7FE1-7412-7D7A-E492-B85228A266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C97F50D-3C9C-5853-A939-F8D18BE640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C443B9-23EA-456A-A483-DA702C3D8D4D}" type="datetimeFigureOut">
              <a:rPr lang="pt-BR" smtClean="0"/>
              <a:t>06/10/2026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AFAFDBC-016D-4670-1D01-49AC2C2337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B6E648D-7EA3-4951-C6BF-A771094114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651490-426B-476E-A962-C760B2C1FAC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289027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49FA9272-A465-A655-7211-7715C3FB0B7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BBDAABBD-64A4-9110-FAAC-5036CAE9E4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5EC816F-2DE6-702B-C92C-E557239730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C443B9-23EA-456A-A483-DA702C3D8D4D}" type="datetimeFigureOut">
              <a:rPr lang="pt-BR" smtClean="0"/>
              <a:t>06/10/2026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E7BF373-935A-3128-F160-1675B9C925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5DD5A3F-A4A9-8807-175A-5467C9AE59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651490-426B-476E-A962-C760B2C1FAC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015165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F62511A0-7A07-7432-9159-B06C9DCF3A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AD66B12-9754-15CA-0DA2-8588898826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E16FBC1-FE95-E131-521B-C500BE2B9F5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3C443B9-23EA-456A-A483-DA702C3D8D4D}" type="datetimeFigureOut">
              <a:rPr lang="pt-BR" smtClean="0"/>
              <a:t>06/10/2026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3074B3D-4360-B9F9-5186-15A5AFC8056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14B6588-8DAE-3540-41B8-1F771E3E42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651490-426B-476E-A962-C760B2C1FAC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72167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>
            <a:extLst>
              <a:ext uri="{FF2B5EF4-FFF2-40B4-BE49-F238E27FC236}">
                <a16:creationId xmlns:a16="http://schemas.microsoft.com/office/drawing/2014/main" id="{822A2FC9-4130-71EC-0701-9364BB88A0C3}"/>
              </a:ext>
            </a:extLst>
          </p:cNvPr>
          <p:cNvSpPr txBox="1"/>
          <p:nvPr/>
        </p:nvSpPr>
        <p:spPr>
          <a:xfrm>
            <a:off x="381000" y="203200"/>
            <a:ext cx="1143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2800" b="1">
                <a:solidFill>
                  <a:srgbClr val="1E1E1E"/>
                </a:solidFill>
              </a:rPr>
              <a:t>C1 apresentação sem animação (showAnimation=0)</a:t>
            </a:r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AF1CB41E-ECFB-2563-4A63-C861FB054674}"/>
              </a:ext>
            </a:extLst>
          </p:cNvPr>
          <p:cNvSpPr/>
          <p:nvPr/>
        </p:nvSpPr>
        <p:spPr>
          <a:xfrm>
            <a:off x="1524000" y="2032000"/>
            <a:ext cx="3556000" cy="2540000"/>
          </a:xfrm>
          <a:prstGeom prst="roundRect">
            <a:avLst/>
          </a:prstGeom>
          <a:solidFill>
            <a:srgbClr val="C0392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>
                <a:solidFill>
                  <a:srgbClr val="FFFFFF"/>
                </a:solidFill>
              </a:rPr>
              <a:t>esmaecer</a:t>
            </a:r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940C47B9-9C5B-FFAA-1494-200F8A30C22A}"/>
              </a:ext>
            </a:extLst>
          </p:cNvPr>
          <p:cNvSpPr/>
          <p:nvPr/>
        </p:nvSpPr>
        <p:spPr>
          <a:xfrm>
            <a:off x="6858000" y="2032000"/>
            <a:ext cx="3556000" cy="2540000"/>
          </a:xfrm>
          <a:prstGeom prst="roundRect">
            <a:avLst/>
          </a:prstGeom>
          <a:solidFill>
            <a:srgbClr val="2980B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>
                <a:solidFill>
                  <a:srgbClr val="FFFFFF"/>
                </a:solidFill>
              </a:rPr>
              <a:t>surgir</a:t>
            </a:r>
          </a:p>
        </p:txBody>
      </p:sp>
    </p:spTree>
    <p:extLst>
      <p:ext uri="{BB962C8B-B14F-4D97-AF65-F5344CB8AC3E}">
        <p14:creationId xmlns:p14="http://schemas.microsoft.com/office/powerpoint/2010/main" val="1771644078"/>
      </p:ext>
    </p:extLst>
  </p:cSld>
  <p:clrMapOvr>
    <a:masterClrMapping/>
  </p:clrMapOvr>
  <p:transition spd="slow" advTm="1000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>
            <a:extLst>
              <a:ext uri="{FF2B5EF4-FFF2-40B4-BE49-F238E27FC236}">
                <a16:creationId xmlns:a16="http://schemas.microsoft.com/office/drawing/2014/main" id="{210E1F3D-32D4-F9B1-A4EE-1F756A010A56}"/>
              </a:ext>
            </a:extLst>
          </p:cNvPr>
          <p:cNvSpPr txBox="1"/>
          <p:nvPr/>
        </p:nvSpPr>
        <p:spPr>
          <a:xfrm>
            <a:off x="381000" y="203200"/>
            <a:ext cx="1143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2800" b="1">
                <a:solidFill>
                  <a:srgbClr val="1E1E1E"/>
                </a:solidFill>
              </a:rPr>
              <a:t>C2 segundo slide (empurrar)</a:t>
            </a:r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72DF1D35-BBA9-C316-5EE4-B204B96EB2F2}"/>
              </a:ext>
            </a:extLst>
          </p:cNvPr>
          <p:cNvSpPr/>
          <p:nvPr/>
        </p:nvSpPr>
        <p:spPr>
          <a:xfrm>
            <a:off x="4318000" y="2032000"/>
            <a:ext cx="3556000" cy="2540000"/>
          </a:xfrm>
          <a:prstGeom prst="roundRect">
            <a:avLst/>
          </a:prstGeom>
          <a:solidFill>
            <a:srgbClr val="27AE6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>
                <a:solidFill>
                  <a:srgbClr val="FFFFFF"/>
                </a:solidFill>
              </a:rPr>
              <a:t>zoom</a:t>
            </a:r>
          </a:p>
        </p:txBody>
      </p:sp>
    </p:spTree>
    <p:extLst>
      <p:ext uri="{BB962C8B-B14F-4D97-AF65-F5344CB8AC3E}">
        <p14:creationId xmlns:p14="http://schemas.microsoft.com/office/powerpoint/2010/main" val="3338908217"/>
      </p:ext>
    </p:extLst>
  </p:cSld>
  <p:clrMapOvr>
    <a:masterClrMapping/>
  </p:clrMapOvr>
  <p:transition spd="slow" advTm="1000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</Words>
  <Application>Microsoft Office PowerPoint</Application>
  <PresentationFormat>Personalizar</PresentationFormat>
  <Paragraphs>5</Paragraphs>
  <Slides>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Tema do Office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Eric Kono</dc:creator>
  <cp:lastModifiedBy>Eric Kono</cp:lastModifiedBy>
  <cp:revision>1</cp:revision>
  <dcterms:created xsi:type="dcterms:W3CDTF">2026-10-06T05:20:25Z</dcterms:created>
  <dcterms:modified xsi:type="dcterms:W3CDTF">2026-10-06T05:20:25Z</dcterms:modified>
</cp:coreProperties>
</file>