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6C947F-F83E-38D9-5B02-60DE03EC44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32E2FD-DD2C-FD87-839C-67D373B45C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D7598C-E139-EE31-8AD3-7B842C399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5970-25B1-4B01-9DB2-324AE1B5172D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74993E-5C32-B284-B764-7A65D5B3C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5B8180-0761-105E-BB1A-CBA280853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63626-3FF2-4559-8D75-FC0ACE90B0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96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630724-9AA5-9E0F-0F87-0CC41F66C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100477-FEBB-F659-4D99-B046C80F9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306417-B89D-F93D-5026-69FF15BD7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5970-25B1-4B01-9DB2-324AE1B5172D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8C249B-FC77-44DC-A3E2-C8189F08A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7367A1-2C3E-4593-CAEE-94E7ABE9F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63626-3FF2-4559-8D75-FC0ACE90B0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2303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26AE10-D451-EB5A-590C-54F9D9710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2331F2-32DA-D249-314C-98188163F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9BB2A1-8710-636C-3502-3FFEEFE1D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5970-25B1-4B01-9DB2-324AE1B5172D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DBC9FF-78D4-9098-11CC-0C2BA82F5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83C1DC-3860-566A-DE34-74E6A6C5E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63626-3FF2-4559-8D75-FC0ACE90B0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703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76CEF5-53ED-9F3C-801B-28D594CD3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835E41-039E-9898-A799-52D7CDE501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13E484E-7CCC-FA62-6DC8-76331BEA8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91942B2-B491-5829-D0E7-8C75CABDA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5970-25B1-4B01-9DB2-324AE1B5172D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469C95-8EC3-6F3D-BC19-05A4FAC35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B7314C7-0704-B1AA-CECF-EE52BB7E8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63626-3FF2-4559-8D75-FC0ACE90B0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2382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1A249B-3AFB-F9F1-BD63-03E79D443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1852A12-92F9-5AC2-28BE-5835F0505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E8DCCA-9125-57E2-AE94-F3EB98409A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5DA1F4A-01DD-CB8B-4FF9-31C47529C3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F11673B-2328-8D3E-90D8-60B2B3F52D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70D47E3-08CD-71C9-6E28-B9C5AFCA4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5970-25B1-4B01-9DB2-324AE1B5172D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EA0E9FB-0821-0A7A-7F66-A05566006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7EF5512-E83D-711D-5ADF-E0045A793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63626-3FF2-4559-8D75-FC0ACE90B0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4917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61ABB5-234C-0A69-7E3D-51060B7F6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D8398B5-9C1D-36E7-1647-EF5AA1616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5970-25B1-4B01-9DB2-324AE1B5172D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81EC466-E652-797C-3A7A-30E097180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F368F66-D62E-705F-D743-DDCD62DC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63626-3FF2-4559-8D75-FC0ACE90B0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4573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3C984BE-F1E7-D282-DC3D-F0FF88F41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5970-25B1-4B01-9DB2-324AE1B5172D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93FEA33-02CB-5497-25CB-E3C28FA94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C74F6CC-A010-2048-F588-D9EA738F5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63626-3FF2-4559-8D75-FC0ACE90B0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2112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714EAD-6A85-CF56-11D7-525411D1D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D3D956-83A6-78A9-FCD4-4AF2EF3B7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6A004BB-FFFC-F27A-6903-49EA690C01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5C181F3-9505-9F02-4E6B-FBAB29B0D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5970-25B1-4B01-9DB2-324AE1B5172D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DDF4D78-7114-86B9-674C-BA19E38D3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ABC9A87-CEB1-88B0-103F-CA5F93CDC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63626-3FF2-4559-8D75-FC0ACE90B0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3345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3F4CC9-173D-3C38-B0D6-35D46AE0D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42812BF-1175-2C78-9EA7-52FADBF64E4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3748DA4-489E-4913-CAE4-826BCEEAF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7E11DD-00EB-AE12-C196-324B36A34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5970-25B1-4B01-9DB2-324AE1B5172D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858AA6E-7D82-0635-FF1C-3ABBD3EC8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03F3D7B-C28F-6972-EA70-F1549ACE2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63626-3FF2-4559-8D75-FC0ACE90B0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857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8D962D-79E6-28AE-8A1A-22C6C2708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F48F703-ADE2-6ED5-E34E-8B9454FCFB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CE3859-6E39-7EB3-E08F-E3FE87243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5970-25B1-4B01-9DB2-324AE1B5172D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A97604-07FC-0B05-910B-14FE1CA48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C12D9C-8A29-1FFA-AB64-83875679F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63626-3FF2-4559-8D75-FC0ACE90B0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1406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F8B00BC-19C8-19F4-93F9-45F87E9D5E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8290784-4F31-3C24-0E44-30F12D414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5B66AD-4B3E-4060-4598-319426D3C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5970-25B1-4B01-9DB2-324AE1B5172D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848423-0881-D76F-0B64-49BDEB244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1F1B8C-73B7-FCBF-0552-0B6A09EBA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63626-3FF2-4559-8D75-FC0ACE90B0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9564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12CEC9F-7092-89D2-8761-8970922BB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B0844B5-9C50-8AC9-E056-41A1EF2C4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2BDFE5-D7A3-D5E7-D20D-921D0A01F5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915970-25B1-4B01-9DB2-324AE1B5172D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391126-B05B-1931-17F5-F08C885A15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A04EE0-D07E-DA5F-4F00-1965185098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663626-3FF2-4559-8D75-FC0ACE90B0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217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44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E86AD823-B46A-D924-F40F-982BA777CE92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Cair (duração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BD06D40-87ED-27A2-05FC-F9C0A452D2A1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4034954A-BF1F-4808-1DA8-C9F949EB6EF2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3AD25704-40F2-1589-D555-5ADF123369EA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3081407-0EF6-DCB1-8552-10811567467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83538C2-142F-73E2-B9D4-80621CFF0FA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92892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1000">
        <p15:prstTrans prst="fallOver"/>
      </p:transition>
    </mc:Choice>
    <mc:Fallback>
      <p:transition spd="slow" advTm="1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9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456BCB38-99F3-80DF-E80C-75D40015EA3D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Cortina lateral (duração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D8AB707-0CB5-5260-F789-DFE83E98DF8D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736DC07A-8E75-D021-F6D0-2BA44A8E6AD4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B6AC22E6-F469-C2F9-0989-1C5480AD9EB1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9CE1B06-92AB-182B-8479-86DF4059423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7D77EC9-4F33-19CC-36DA-5E826C7C179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51417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1000">
        <p15:prstTrans prst="drape"/>
      </p:transition>
    </mc:Choice>
    <mc:Fallback>
      <p:transition spd="slow" advTm="1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A0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3472B37F-9E67-B85C-1D40-E984DDAB189C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Cortinas (duração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F06FFE5-44A7-5466-D353-C47475292CA3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5BF4B2DF-2991-0181-173E-3FDC21ECBC58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C3B58A45-597F-5BE4-929F-A37FBEB988BE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7C60EAA-E450-883C-4C59-1DBA6654AA7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320D985-47AC-49AC-97D4-C584F554001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97185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1000">
        <p15:prstTrans prst="curtains"/>
      </p:transition>
    </mc:Choice>
    <mc:Fallback>
      <p:transition spd="slow" advTm="1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2512FA2F-8224-93BA-4AC6-EDCD22DC9F05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Vento (duração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6998A2E-6558-EBCE-1826-16F0C29F67A9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B2EE39BD-5402-D8FC-105C-A9D1BBBEA28E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5211EF01-76E7-F362-EC19-F4501656B5C8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C85D1BC-5B65-EBF1-D020-5182C8DCD88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9E4A3FA-B497-60DB-005A-29D2941D693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48687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1000">
        <p15:prstTrans prst="wind" invX="1"/>
      </p:transition>
    </mc:Choice>
    <mc:Fallback>
      <p:transition spd="slow" advTm="1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5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FDA8116A-93B7-706D-A98E-C249C1D37FFA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Prestígio (duração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790A986-7407-9EE2-F8BA-052909A4AC8C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9D3391C1-381E-2750-085E-954ED42C6CF4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7D2BA9CF-787A-869E-DD00-62A231EC8845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38F8091-AB77-9F77-1AE7-2D8995681B3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A539E72-F033-A1C1-7805-53C2976444F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08993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1000">
        <p15:prstTrans prst="prestige"/>
      </p:transition>
    </mc:Choice>
    <mc:Fallback>
      <p:transition spd="slow" advTm="1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8C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DF60B67F-81A3-E133-11E4-72CE9B314165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Fratura (duração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62574E3-790F-0941-5264-9DC369E3ED3B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9A691D7C-413B-170C-1CCD-632D34B2A45D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E4151D64-7101-58C7-98E5-4043D67EF6AE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A77C296-00B2-9E50-627D-7D1554E65D5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C376A12-9A8E-87AE-FF54-1CFB9F25556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43769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1000">
        <p15:prstTrans prst="fracture"/>
      </p:transition>
    </mc:Choice>
    <mc:Fallback>
      <p:transition spd="slow" advTm="1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599B63B4-0D7D-1CE4-6C27-D82C24DDAB71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Esmagar (duração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F0EC56C-DEA2-92F0-65ED-9649817F603C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1D04BA55-ABDC-8004-D001-B03D3D4705B9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7E79A8EC-FBAC-D90E-3583-C3E4445954F8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CA5E1F2-29AC-DB21-156A-A2B30BD898D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E0AB25E-74D7-58A8-B098-B2AEAFF9FC4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84658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1000">
        <p15:prstTrans prst="crush"/>
      </p:transition>
    </mc:Choice>
    <mc:Fallback>
      <p:transition spd="slow" advTm="1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4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4E019DD5-1A7D-88F9-8DCD-8C295A7ECCF0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Descascar (duração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DBF60A6-4C2A-44CD-C099-9C6FA309B795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279FAB7-A44A-ED87-A7F3-BF13258BACA8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5231A8CA-267F-67B0-E81B-AE94F0042B79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AED897D-C7F4-4612-DF30-5367DC7421B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86EEB3E-3B77-46EE-0273-36AC5FF11C8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6283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1000">
        <p15:prstTrans prst="peelOff"/>
      </p:transition>
    </mc:Choice>
    <mc:Fallback>
      <p:transition spd="slow" advTm="1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BC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944D5573-E709-51F9-58C2-5639343B5E83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Virar página dupla (duração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68E4E27-FA65-5FC3-03A6-F34126455206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97B55D74-563A-A5F5-F5A1-3D70509BCEE5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E7539FC3-CB44-4197-E996-42206CE394A2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1527E1D-19F6-E801-DE81-26D7B170260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2ECE053-2630-D6C8-D0BE-1AFDB9111AC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10842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1000">
        <p15:prstTrans prst="pageCurlDouble"/>
      </p:transition>
    </mc:Choice>
    <mc:Fallback>
      <p:transition spd="slow" advTm="1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3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F8210083-C00B-C762-88B0-0DE183881CC0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Avião (duração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444903D-7955-3998-C4ED-CCC30671009C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409E2B15-491C-D02E-C2BB-A6A6DAFFB82D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1D13563A-4D49-879F-C62B-721F49B23FE9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9033A4A-CDD0-A750-5F9A-849C7CEB65D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B6C30B1-8F19-2945-1A02-8BDBDD13038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70503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1000">
        <p15:prstTrans prst="airplane" invX="1"/>
      </p:transition>
    </mc:Choice>
    <mc:Fallback>
      <p:transition spd="slow" advTm="1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6620E3C6-13BC-DF52-DB4A-8B28F85CF754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Origami (duração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3E6C5B9-1970-BBAF-5511-B37EE46BB736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1C515F92-AC5C-DE48-46B4-9E76E23897BC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BAEC0652-2983-3CD0-91B3-1599C5CDD932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00B92BF-4990-C550-9EB3-14063668CD5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B52CEDE-AE22-4C20-9325-DFEF45A3A6B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79818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1000">
        <p15:prstTrans prst="origami" invX="1"/>
      </p:transition>
    </mc:Choice>
    <mc:Fallback>
      <p:transition spd="slow" advTm="1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A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112DA5F4-2817-C36E-60D3-10180E98AE81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Favo de mel (duração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4BEAD3B-B7E1-70BC-2930-72CB05AF2073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3CA037DB-921B-D0AF-ED7B-23EF74883097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CB0F9059-08E2-DB6E-F5FD-C400DDF51F0C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D7EF919-4309-075F-246B-0BFDF43ADDB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1FEE046-01AF-78FF-AF4E-9D9242D26A3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592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honeycomb/>
      </p:transition>
    </mc:Choice>
    <mc:Fallback>
      <p:transition spd="slow" advTm="1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44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F0E4AC9F-FF43-9586-8016-A2E9B2ABAF84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Brilho (losangos) (duração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6D0ABEB-08C0-65EF-7385-A4AC3211879A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5983C822-79F7-8F23-3280-9D2DB893E54E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7C6D30E8-211F-72D1-88A6-E8C4CD9D569E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EFDC12D-161B-E560-1254-2486D323597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8AE14A7-7B34-41AA-4A28-B1444A347B7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4548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glitter dir="r"/>
      </p:transition>
    </mc:Choice>
    <mc:Fallback>
      <p:transition spd="slow" advTm="1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9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CE7A2505-930F-1245-14F9-701C2AF949B2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Vórtice (duração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B5E362E-FF3C-37F0-7147-36E616A710B1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5BCA22BC-3256-D7BC-F1F4-66EE2183B926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049D8466-843C-B428-1679-7A267638A2E2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7B1D990-4614-BCCA-F22B-A898D577826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6146864-CE0C-6EBF-A5B8-9637C17FA87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8375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vortex/>
      </p:transition>
    </mc:Choice>
    <mc:Fallback>
      <p:transition spd="slow" advTm="1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A0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D3C27BFF-48B3-843C-2AEB-7463FAC1397D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Picotar (duração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0BF8533-4BFA-E736-5846-F13314911305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41CEC613-930C-DA2B-F888-F3F17E91C117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FD6EEA22-19E8-3559-78D3-CAB20FD19E82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BA7DE87-BC0F-3292-CFE8-A6A295C9747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AB2090C-5FCB-973A-9E47-B0594EF416F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1643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shred/>
      </p:transition>
    </mc:Choice>
    <mc:Fallback>
      <p:transition spd="slow" advTm="1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411D3B93-88AD-00BB-7B52-418FDD7C5B96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Alternar (duração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5F0204B-6EB3-8076-371B-08183AB12BB9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871E736-3704-CA50-AB89-C8279CB889EE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440DEB65-94F0-1044-6FB2-C6C88CC4F734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6EC177D-AA3A-58C1-22FA-59F22DE1440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C2460CC-C14F-55FF-E861-AC236029046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8976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switch dir="l"/>
      </p:transition>
    </mc:Choice>
    <mc:Fallback>
      <p:transition spd="slow" advTm="1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5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86E49EF9-E730-FBDA-956F-065F806846BE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Inverter (duração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AD5732F-94E6-8298-80D8-3EA7309F2FED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A25C84D7-D3F2-4A22-6B38-9D7275FD17D3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5B7AAEE0-5F19-04FC-19A2-72D3011F7B03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EACA3A5-3D59-5276-B054-B4AB6E1D1E1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019019F-EBFB-37B0-AB3A-D0AE7CA312B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281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flip dir="l"/>
      </p:transition>
    </mc:Choice>
    <mc:Fallback>
      <p:transition spd="slow" advTm="10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8C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1B9E3B24-D884-EFE1-AC90-02966DDA839E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Ondulação (duração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6318137-21F1-AD4E-8F45-27ED17BABC12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0A3BB14B-3409-E0A0-BB7A-0B7990567354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288CE174-1FC3-E09E-8955-492DFCD9B908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C257615-0763-6BCB-5FA7-3A64AF7405A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8CE3EF4-CC41-5936-B14B-53743F7ED4D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9811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ripple/>
      </p:transition>
    </mc:Choice>
    <mc:Fallback>
      <p:transition spd="slow" advTm="100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333A63CA-5741-AF56-E1E9-6E807F4828D0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Galeria (duração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9AFC577-3807-7D36-13AD-505B6AE739FA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D52E3723-8F34-0423-68F4-1E0B92264ACE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F01C2881-3F98-E4D3-51B6-0891C3057066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8630C67-BC35-17C7-1CB5-12B94F1CD3C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1682C9A-B7B2-79B5-C382-4D47AAE12F9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4358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gallery dir="l"/>
      </p:transition>
    </mc:Choice>
    <mc:Fallback>
      <p:transition spd="slow" advTm="100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4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CA0B9283-12BB-75C9-F1B1-122DBDAC1394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Cubo (duração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21F693-2FB7-34E6-0E3F-505AB4B469CB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B7BCE4DC-6A9E-8E8E-F2BB-676BE0389770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B482CBBC-90D2-1B64-368E-A04D8F74FACF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D50B9EE-4259-A848-8C70-165869BD5DF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F6B1B68-A6CA-022C-1A2B-381E36E8681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123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prism/>
      </p:transition>
    </mc:Choice>
    <mc:Fallback>
      <p:transition spd="slow" advTm="100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BC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080279AF-58D6-9B33-3680-C68EFC159F05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Portas (duração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15DE824-0443-CA5C-F562-8B92B4724F56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21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8563EFCA-4358-420F-9D6A-1705F833E714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B66875BC-3F8D-199B-8E53-0FE6CB803269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AC4563A-63F2-3014-9672-C9D998C30C1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6F47707-3D0A-C3CC-8D28-533BDAAF9A9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052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doors dir="vert"/>
      </p:transition>
    </mc:Choice>
    <mc:Fallback>
      <p:transition spd="slow" advTm="100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3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78E57E1E-1DB8-9D17-4BAA-C485D1608548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Caixa (duração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55BA06B-0109-D4E0-06CE-51864741497E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8F5CFA6F-ABA6-3789-DAED-1EDB6E76FC0B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4192B2B3-B26D-A4A0-A700-FA37BC6811D3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BB9B7A6-88F2-5BDD-F6A1-338A368BD5A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EB7A727-7DC1-A2D6-58F8-798CF9F3FCD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4896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prism isInverted="1"/>
      </p:transition>
    </mc:Choice>
    <mc:Fallback>
      <p:transition spd="slow" advTm="100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CE744902-1195-E5EF-5FE9-59365AFEA7EC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Girar (duração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B3F3582-B111-C940-08A9-21F59C721F84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B4A17EA4-AB48-EE01-51FA-AA1C73BC0DC8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CDB92FDA-21A1-76D4-C125-34BFFD0462B4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23D026F-0068-FE5F-6A4A-FC2C35406C0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E6F5AB3-26A9-0BED-BBA2-2F45492D93F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6937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prism isContent="1"/>
      </p:transition>
    </mc:Choice>
    <mc:Fallback>
      <p:transition spd="slow" advTm="100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A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2C13F29B-E48E-1114-6127-89FC9769A086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Janela (duração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F05AA9D-22FC-1F08-3389-EE2D0003E07A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B6FE39FE-1B20-EDB7-CDC3-A3B6C1CE4F36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5784F30A-4A71-3E42-90BD-E3BE5ADA4007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AB970F3-EAF3-C406-C760-A4593EF6E80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EED7FD6-000F-3941-A2B8-61E49C683F1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070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window dir="vert"/>
      </p:transition>
    </mc:Choice>
    <mc:Fallback>
      <p:transition spd="slow" advTm="100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44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5273D0F7-401B-A409-4B48-31FF9C403A77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Órbita (duração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7B2EE7A-4B2E-E863-BAC8-12B1A1CDD857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25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1C1D0E08-A157-FF89-CC36-F043D57F1286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B51A3FB2-B775-D90E-02C3-3AA116912229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D7D49D5-DFB5-9208-B2D9-85620BB7D87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902C17E-DAE0-EF97-B4E4-CC1862410FC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6715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prism isContent="1" isInverted="1"/>
      </p:transition>
    </mc:Choice>
    <mc:Fallback>
      <p:transition spd="slow" advTm="100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9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946B6C9B-1C73-5A15-7A36-24FFDB2A2ED1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Sobrevoar (duração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66C55DD-B613-A30C-4E3A-57BD7DCFCDC0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26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F581A178-31BB-1892-C7CB-26D2130E46EE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85386A53-D215-00B8-8B62-8A5AD90355F7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1514339-53EE-B96D-9CEE-7216FE013C6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DC26123-6A0C-F1F7-8A6A-9C268293F49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2315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flythrough/>
      </p:transition>
    </mc:Choice>
    <mc:Fallback>
      <p:transition spd="slow" advTm="1000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A0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9FFAACB7-4A96-F647-D649-F51983537F0C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Roda-gigante (duração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A6C87B0-7E61-BD6B-1D2A-75710404787F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27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5EA268C6-1FC8-BE04-BEBA-1A886CF698B6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CA0AF6B8-1567-C926-4517-1F2DA419E4E0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5AB6FFD-9AE2-18F4-66D9-F9DB78B1D0E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AF0CFAF-436B-ABF7-17EC-E6D34F7A6AF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9718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ferris dir="l"/>
      </p:transition>
    </mc:Choice>
    <mc:Fallback>
      <p:transition spd="slow" advTm="1000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E7FA4703-125A-BF9C-9BAB-BB611D34B3CF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Esteira (duração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D11847B-6CC4-FD39-F71B-F3250364FD95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8C177C86-0594-5FDB-0B31-E4004E12B416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A14D0984-A768-406D-5E76-0824A1913BC9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1D42747-EF50-E12E-30CB-8692E7EBEDC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F0DADF8-E434-E89B-2CE7-CAFEEC24DA1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5664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conveyor dir="l"/>
      </p:transition>
    </mc:Choice>
    <mc:Fallback>
      <p:transition spd="slow" advTm="1000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5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8D8D953D-EAF7-00BB-CD34-5EF1F4620182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Panorâmica (duração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F253231-FC64-DB4D-E4A8-752160572908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29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62F44464-CFC7-A06E-A640-D53364E012BD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E816428A-5A36-FB1E-23C5-E9FC04620614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2BD568A-EB5B-CA88-BC5B-D134AA6A60F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0C9DA56-5F9A-5E2B-5B7D-A08FF2B2C1E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5457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pan/>
      </p:transition>
    </mc:Choice>
    <mc:Fallback>
      <p:transition spd="slow" advTm="1000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8C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3786E775-B74C-26CC-BD41-C65DAEB6B268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Distorcer (duração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C538E36-D6CF-67AF-C495-97DD98FBC7FD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DC7D1FCD-ABD3-1C7A-1339-4E30853D05F3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E6B27C15-B25D-F740-384E-3A708550E9C0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B93287E-B6B8-FC8E-56A4-246E40FE5BB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10892A4-C481-0D61-AADC-9056CD041FC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2525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warp dir="in"/>
      </p:transition>
    </mc:Choice>
    <mc:Fallback>
      <p:transition spd="slow" advTm="1000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4659B549-4288-625B-097A-7C803760C802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Morph — origem</a:t>
            </a:r>
          </a:p>
        </p:txBody>
      </p:sp>
      <p:sp>
        <p:nvSpPr>
          <p:cNvPr id="3" name="!!bola">
            <a:extLst>
              <a:ext uri="{FF2B5EF4-FFF2-40B4-BE49-F238E27FC236}">
                <a16:creationId xmlns:a16="http://schemas.microsoft.com/office/drawing/2014/main" id="{9DB5F625-66B6-1CFB-B61C-BB9A3E329015}"/>
              </a:ext>
            </a:extLst>
          </p:cNvPr>
          <p:cNvSpPr/>
          <p:nvPr/>
        </p:nvSpPr>
        <p:spPr>
          <a:xfrm>
            <a:off x="1016000" y="1524000"/>
            <a:ext cx="2032000" cy="2032000"/>
          </a:xfrm>
          <a:prstGeom prst="ellipse">
            <a:avLst/>
          </a:prstGeom>
          <a:solidFill>
            <a:srgbClr val="F05A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!!barra">
            <a:extLst>
              <a:ext uri="{FF2B5EF4-FFF2-40B4-BE49-F238E27FC236}">
                <a16:creationId xmlns:a16="http://schemas.microsoft.com/office/drawing/2014/main" id="{ED3CD20E-837E-440C-14D7-138D4289AF73}"/>
              </a:ext>
            </a:extLst>
          </p:cNvPr>
          <p:cNvSpPr/>
          <p:nvPr/>
        </p:nvSpPr>
        <p:spPr>
          <a:xfrm>
            <a:off x="7620000" y="3810000"/>
            <a:ext cx="3302000" cy="1524000"/>
          </a:xfrm>
          <a:prstGeom prst="rect">
            <a:avLst/>
          </a:prstGeom>
          <a:solidFill>
            <a:srgbClr val="3CA0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7112052"/>
      </p:ext>
    </p:extLst>
  </p:cSld>
  <p:clrMapOvr>
    <a:masterClrMapping/>
  </p:clrMapOvr>
  <p:transition advTm="10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8A822E44-297D-573B-FDC5-6B47332B2065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Morph — destino</a:t>
            </a:r>
          </a:p>
        </p:txBody>
      </p:sp>
      <p:sp>
        <p:nvSpPr>
          <p:cNvPr id="3" name="!!bola">
            <a:extLst>
              <a:ext uri="{FF2B5EF4-FFF2-40B4-BE49-F238E27FC236}">
                <a16:creationId xmlns:a16="http://schemas.microsoft.com/office/drawing/2014/main" id="{F68961D8-036B-3386-F325-F4C1648B9D38}"/>
              </a:ext>
            </a:extLst>
          </p:cNvPr>
          <p:cNvSpPr/>
          <p:nvPr/>
        </p:nvSpPr>
        <p:spPr>
          <a:xfrm>
            <a:off x="8890000" y="1016000"/>
            <a:ext cx="2794000" cy="2794000"/>
          </a:xfrm>
          <a:prstGeom prst="ellipse">
            <a:avLst/>
          </a:prstGeom>
          <a:solidFill>
            <a:srgbClr val="FAC8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!!barra">
            <a:extLst>
              <a:ext uri="{FF2B5EF4-FFF2-40B4-BE49-F238E27FC236}">
                <a16:creationId xmlns:a16="http://schemas.microsoft.com/office/drawing/2014/main" id="{CEC1E02C-C5A0-95D5-6A23-12CBED742CDA}"/>
              </a:ext>
            </a:extLst>
          </p:cNvPr>
          <p:cNvSpPr/>
          <p:nvPr/>
        </p:nvSpPr>
        <p:spPr>
          <a:xfrm rot="900000">
            <a:off x="1016000" y="4572000"/>
            <a:ext cx="5334000" cy="1143000"/>
          </a:xfrm>
          <a:prstGeom prst="rect">
            <a:avLst/>
          </a:prstGeom>
          <a:solidFill>
            <a:srgbClr val="5ADC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5067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</Words>
  <Application>Microsoft Office PowerPoint</Application>
  <PresentationFormat>Personalizar</PresentationFormat>
  <Paragraphs>62</Paragraphs>
  <Slides>32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Kono</dc:creator>
  <cp:lastModifiedBy>Eric Kono</cp:lastModifiedBy>
  <cp:revision>1</cp:revision>
  <dcterms:created xsi:type="dcterms:W3CDTF">2026-10-05T20:53:20Z</dcterms:created>
  <dcterms:modified xsi:type="dcterms:W3CDTF">2026-10-05T20:53:20Z</dcterms:modified>
</cp:coreProperties>
</file>