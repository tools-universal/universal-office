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84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5385EC-DE88-C7DA-4EC9-2C882880C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90EAED-7A0E-E17B-380D-CF4F8319AE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6B9479-B0CC-B476-4CD5-3A78FCC98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5FFA-AE8F-4F7C-8E9B-4F80C04DFC1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13F8C2-83D7-5BE2-6673-A61B05985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C866F9-5501-9AD7-4F29-B547275EC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B0EF-0949-4624-B16F-11BC6B7A4F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4316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40F9C2-7DE3-2D79-F9EB-EE7CB74B1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B9A90C-0A3D-2B7C-B818-4F8A5725D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E704CA-2F83-BEAB-F308-3A5AF1BC4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5FFA-AE8F-4F7C-8E9B-4F80C04DFC1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3EB99E-131C-0031-1AEF-CF02FDC55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28A5D2-D2C7-95DA-3B4A-CEE720EB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B0EF-0949-4624-B16F-11BC6B7A4F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9367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6DEA9-9D77-F53C-7394-6627704CE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A7BD735-E06C-C240-AC4D-EF9877ABB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A317A2-85E2-2C54-045F-44C62693A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5FFA-AE8F-4F7C-8E9B-4F80C04DFC1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93579B-BDF5-B73B-A397-5AA7846D7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0B4BF8-D7AE-276D-2433-BF7A55E1B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B0EF-0949-4624-B16F-11BC6B7A4F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990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128237-EBF9-F0A3-D09B-9238DF865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E192C6-6B2F-526D-E0EF-60E7268E7C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72985FC-F0F6-376E-384C-2F32B3476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E282559-2BE6-608E-05CD-3F5D6071A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5FFA-AE8F-4F7C-8E9B-4F80C04DFC1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92A8EAE-684F-9CA6-3755-554CBB6EE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CA6ADCF-26B1-B7EB-3C88-3104441DD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B0EF-0949-4624-B16F-11BC6B7A4F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562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DDAD1F-E848-1E13-F729-1C51F6B0B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66345D1-1332-F04C-0D9A-27A4E6643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81C7D4C-1F56-1B98-075A-FE44B9EBD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D66A781-F8CD-6B57-430F-91BB45F5E7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B74A4BB-B23B-0946-3964-F8590E0AFE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F6FAF99-880B-A54C-D0D6-38DC4A2BE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5FFA-AE8F-4F7C-8E9B-4F80C04DFC1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CD451FB-446C-03C9-83C0-EDA0819C0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C5C9383-7F90-5850-38E6-A4EA1BA41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B0EF-0949-4624-B16F-11BC6B7A4F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8430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AFAA76-A572-37AF-381C-61513457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C9C2654-AC7A-DA7E-51CF-6ED79569E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5FFA-AE8F-4F7C-8E9B-4F80C04DFC1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56C599-751F-9695-5F5F-C488418B6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3FCBCA3-A436-2EBD-A442-D839F79C9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B0EF-0949-4624-B16F-11BC6B7A4F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672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FE208F3-C511-E7EA-162F-68485C281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5FFA-AE8F-4F7C-8E9B-4F80C04DFC1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1B04694-62D5-BF46-1355-B5DB120AF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19FBD9-EE74-4771-E941-EDD7CBC97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B0EF-0949-4624-B16F-11BC6B7A4F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1711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B38A0F-A8CE-9CDE-F5A2-8F5C6F87D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754830-8385-002A-6924-48317026A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C814FA1-67B1-DDA3-D9A8-B968069672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41AEA8E-F76B-256F-F98F-1433221C7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5FFA-AE8F-4F7C-8E9B-4F80C04DFC1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9E3A75-81AB-0676-A7DE-D7BDA8FD8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2AEDE1F-14DD-0D77-BA85-D84727BF5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B0EF-0949-4624-B16F-11BC6B7A4F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5657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BF8614-A948-5EB3-6936-15B3FAE95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B194E31-3F01-93AC-0739-B064DBB002C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DBAEDB1-AFC3-DAA2-3943-E5A994CE5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723AD53-FF1F-4C2E-17B7-496AD6749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5FFA-AE8F-4F7C-8E9B-4F80C04DFC1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6F0200C-03DA-DFC6-5F34-719F68E27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037EF5D-EB23-CBAC-A2BF-40E1DCCE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B0EF-0949-4624-B16F-11BC6B7A4F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0043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11B4BB-C3B4-171B-C450-FE5B838F6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F6E4D7E-A8D8-49D6-FC6D-DA3A2552F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EAA168-1A75-19F7-F4FE-2893B18F5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5FFA-AE8F-4F7C-8E9B-4F80C04DFC1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87A329-3B1A-FC88-E649-C7B10BBDC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9F98C6-CF8F-5B5A-C289-2BF60ED73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B0EF-0949-4624-B16F-11BC6B7A4F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6259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8339579-63EF-976F-A1A5-FBA4FE35DD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CB88E9-2102-DFB1-CD26-C0EC8752C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E36844-00D9-BF22-4ACB-F7B0EB0BB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5FFA-AE8F-4F7C-8E9B-4F80C04DFC1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90A007-5244-3D6C-9C82-98175E68A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C79F48-CAD0-5945-D334-71EF0CDF8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B0EF-0949-4624-B16F-11BC6B7A4F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3336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3CC50FF-D9A0-745C-4256-261EC0B07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29620AB-4B49-BB39-3B58-48960845D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44BA0F-9A9B-59F0-A26E-441DFC9933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8C5FFA-AE8F-4F7C-8E9B-4F80C04DFC1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7105C2-9EAD-40D2-5149-23AEF1A5DD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AAF72C-FECB-E309-D188-41AFB749D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EB0EF-0949-4624-B16F-11BC6B7A4F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7227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D0C1F27E-1C9F-26D0-DE3E-860879D1FE09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Lista em 5 níveis — por 3º nível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A91367F-67F9-E2F8-3865-2F5EEBDF187A}"/>
              </a:ext>
            </a:extLst>
          </p:cNvPr>
          <p:cNvSpPr txBox="1"/>
          <p:nvPr/>
        </p:nvSpPr>
        <p:spPr>
          <a:xfrm>
            <a:off x="762000" y="1143000"/>
            <a:ext cx="10668000" cy="267765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sz="2400">
                <a:solidFill>
                  <a:srgbClr val="1E1E1E"/>
                </a:solidFill>
              </a:rPr>
              <a:t>Nível 1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400">
                <a:solidFill>
                  <a:srgbClr val="1E1E1E"/>
                </a:solidFill>
              </a:rPr>
              <a:t>Nível 2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sz="2400">
                <a:solidFill>
                  <a:srgbClr val="1E1E1E"/>
                </a:solidFill>
              </a:rPr>
              <a:t>Nível 3</a:t>
            </a:r>
          </a:p>
          <a:p>
            <a:pPr marL="1828800" lvl="3" indent="-457200">
              <a:buFont typeface="+mj-lt"/>
              <a:buAutoNum type="arabicPeriod"/>
            </a:pPr>
            <a:r>
              <a:rPr lang="pt-BR" sz="2400">
                <a:solidFill>
                  <a:srgbClr val="1E1E1E"/>
                </a:solidFill>
              </a:rPr>
              <a:t>Nível 4</a:t>
            </a:r>
          </a:p>
          <a:p>
            <a:pPr marL="2286000" lvl="4" indent="-457200">
              <a:buFont typeface="+mj-lt"/>
              <a:buAutoNum type="arabicPeriod"/>
            </a:pPr>
            <a:r>
              <a:rPr lang="pt-BR" sz="2400">
                <a:solidFill>
                  <a:srgbClr val="1E1E1E"/>
                </a:solidFill>
              </a:rPr>
              <a:t>Nível 5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>
                <a:solidFill>
                  <a:srgbClr val="1E1E1E"/>
                </a:solidFill>
              </a:rPr>
              <a:t>Nível 1 de novo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400">
                <a:solidFill>
                  <a:srgbClr val="1E1E1E"/>
                </a:solidFill>
              </a:rPr>
              <a:t>Nível 2 de novo</a:t>
            </a:r>
          </a:p>
        </p:txBody>
      </p:sp>
    </p:spTree>
    <p:extLst>
      <p:ext uri="{BB962C8B-B14F-4D97-AF65-F5344CB8AC3E}">
        <p14:creationId xmlns:p14="http://schemas.microsoft.com/office/powerpoint/2010/main" val="884712780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3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1884E266-DF6D-4551-4FBE-F9B3984354B0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Lista em 5 níveis — por 4º nível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46D613F-3F78-3632-2DF3-6AE9B2F68324}"/>
              </a:ext>
            </a:extLst>
          </p:cNvPr>
          <p:cNvSpPr txBox="1"/>
          <p:nvPr/>
        </p:nvSpPr>
        <p:spPr>
          <a:xfrm>
            <a:off x="762000" y="1143000"/>
            <a:ext cx="10668000" cy="267765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sz="2400">
                <a:solidFill>
                  <a:srgbClr val="1E1E1E"/>
                </a:solidFill>
              </a:rPr>
              <a:t>Nível 1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400">
                <a:solidFill>
                  <a:srgbClr val="1E1E1E"/>
                </a:solidFill>
              </a:rPr>
              <a:t>Nível 2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sz="2400">
                <a:solidFill>
                  <a:srgbClr val="1E1E1E"/>
                </a:solidFill>
              </a:rPr>
              <a:t>Nível 3</a:t>
            </a:r>
          </a:p>
          <a:p>
            <a:pPr marL="1828800" lvl="3" indent="-457200">
              <a:buFont typeface="+mj-lt"/>
              <a:buAutoNum type="arabicPeriod"/>
            </a:pPr>
            <a:r>
              <a:rPr lang="pt-BR" sz="2400">
                <a:solidFill>
                  <a:srgbClr val="1E1E1E"/>
                </a:solidFill>
              </a:rPr>
              <a:t>Nível 4</a:t>
            </a:r>
          </a:p>
          <a:p>
            <a:pPr marL="2286000" lvl="4" indent="-457200">
              <a:buFont typeface="+mj-lt"/>
              <a:buAutoNum type="arabicPeriod"/>
            </a:pPr>
            <a:r>
              <a:rPr lang="pt-BR" sz="2400">
                <a:solidFill>
                  <a:srgbClr val="1E1E1E"/>
                </a:solidFill>
              </a:rPr>
              <a:t>Nível 5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>
                <a:solidFill>
                  <a:srgbClr val="1E1E1E"/>
                </a:solidFill>
              </a:rPr>
              <a:t>Nível 1 de novo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400">
                <a:solidFill>
                  <a:srgbClr val="1E1E1E"/>
                </a:solidFill>
              </a:rPr>
              <a:t>Nível 2 de novo</a:t>
            </a:r>
          </a:p>
        </p:txBody>
      </p:sp>
    </p:spTree>
    <p:extLst>
      <p:ext uri="{BB962C8B-B14F-4D97-AF65-F5344CB8AC3E}">
        <p14:creationId xmlns:p14="http://schemas.microsoft.com/office/powerpoint/2010/main" val="3050028240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4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FB908105-6DC6-A7A7-D436-94A52E29E4AB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Lista em 5 níveis — por 5º nível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C75234E-7D52-F41F-B4C2-FFF6A268026E}"/>
              </a:ext>
            </a:extLst>
          </p:cNvPr>
          <p:cNvSpPr txBox="1"/>
          <p:nvPr/>
        </p:nvSpPr>
        <p:spPr>
          <a:xfrm>
            <a:off x="762000" y="1143000"/>
            <a:ext cx="10668000" cy="267765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sz="2400">
                <a:solidFill>
                  <a:srgbClr val="1E1E1E"/>
                </a:solidFill>
              </a:rPr>
              <a:t>Nível 1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400">
                <a:solidFill>
                  <a:srgbClr val="1E1E1E"/>
                </a:solidFill>
              </a:rPr>
              <a:t>Nível 2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sz="2400">
                <a:solidFill>
                  <a:srgbClr val="1E1E1E"/>
                </a:solidFill>
              </a:rPr>
              <a:t>Nível 3</a:t>
            </a:r>
          </a:p>
          <a:p>
            <a:pPr marL="1828800" lvl="3" indent="-457200">
              <a:buFont typeface="+mj-lt"/>
              <a:buAutoNum type="arabicPeriod"/>
            </a:pPr>
            <a:r>
              <a:rPr lang="pt-BR" sz="2400">
                <a:solidFill>
                  <a:srgbClr val="1E1E1E"/>
                </a:solidFill>
              </a:rPr>
              <a:t>Nível 4</a:t>
            </a:r>
          </a:p>
          <a:p>
            <a:pPr marL="2286000" lvl="4" indent="-457200">
              <a:buFont typeface="+mj-lt"/>
              <a:buAutoNum type="arabicPeriod"/>
            </a:pPr>
            <a:r>
              <a:rPr lang="pt-BR" sz="2400">
                <a:solidFill>
                  <a:srgbClr val="1E1E1E"/>
                </a:solidFill>
              </a:rPr>
              <a:t>Nível 5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>
                <a:solidFill>
                  <a:srgbClr val="1E1E1E"/>
                </a:solidFill>
              </a:rPr>
              <a:t>Nível 1 de novo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400">
                <a:solidFill>
                  <a:srgbClr val="1E1E1E"/>
                </a:solidFill>
              </a:rPr>
              <a:t>Nível 2 de novo</a:t>
            </a:r>
          </a:p>
        </p:txBody>
      </p:sp>
    </p:spTree>
    <p:extLst>
      <p:ext uri="{BB962C8B-B14F-4D97-AF65-F5344CB8AC3E}">
        <p14:creationId xmlns:p14="http://schemas.microsoft.com/office/powerpoint/2010/main" val="2857942663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B94D4C23-9C79-A238-17C8-3C8940D1080A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Por clique + ocultar no próximo clique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45AFB5B-B213-95A8-F6B5-2BC13463BC06}"/>
              </a:ext>
            </a:extLst>
          </p:cNvPr>
          <p:cNvSpPr txBox="1"/>
          <p:nvPr/>
        </p:nvSpPr>
        <p:spPr>
          <a:xfrm>
            <a:off x="762000" y="1270000"/>
            <a:ext cx="10668000" cy="206210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3200">
                <a:solidFill>
                  <a:srgbClr val="1E1E1E"/>
                </a:solidFill>
              </a:rPr>
              <a:t>Primeiro</a:t>
            </a:r>
          </a:p>
          <a:p>
            <a:r>
              <a:rPr lang="pt-BR" sz="3200">
                <a:solidFill>
                  <a:srgbClr val="1E1E1E"/>
                </a:solidFill>
              </a:rPr>
              <a:t>Segundo</a:t>
            </a:r>
          </a:p>
          <a:p>
            <a:r>
              <a:rPr lang="pt-BR" sz="3200">
                <a:solidFill>
                  <a:srgbClr val="1E1E1E"/>
                </a:solidFill>
              </a:rPr>
              <a:t>Terceiro</a:t>
            </a:r>
          </a:p>
          <a:p>
            <a:r>
              <a:rPr lang="pt-BR" sz="3200">
                <a:solidFill>
                  <a:srgbClr val="1E1E1E"/>
                </a:solidFill>
              </a:rPr>
              <a:t>Quarto</a:t>
            </a:r>
          </a:p>
        </p:txBody>
      </p:sp>
    </p:spTree>
    <p:extLst>
      <p:ext uri="{BB962C8B-B14F-4D97-AF65-F5344CB8AC3E}">
        <p14:creationId xmlns:p14="http://schemas.microsoft.com/office/powerpoint/2010/main" val="717092365"/>
      </p:ext>
    </p:extLst>
  </p:cSld>
  <p:clrMapOvr>
    <a:masterClrMapping/>
  </p:clrMapOvr>
  <p:transition advTm="6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692FDE77-5A7F-9F02-1C0B-8F3832610495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Texto em 2 colunas, por parágrafo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4174370-5F81-0673-1328-7257EA04C58B}"/>
              </a:ext>
            </a:extLst>
          </p:cNvPr>
          <p:cNvSpPr txBox="1"/>
          <p:nvPr/>
        </p:nvSpPr>
        <p:spPr>
          <a:xfrm>
            <a:off x="762000" y="1270000"/>
            <a:ext cx="10668000" cy="3785652"/>
          </a:xfrm>
          <a:prstGeom prst="rect">
            <a:avLst/>
          </a:prstGeom>
          <a:noFill/>
        </p:spPr>
        <p:txBody>
          <a:bodyPr vert="horz" numCol="2" rtlCol="0">
            <a:spAutoFit/>
          </a:bodyPr>
          <a:lstStyle/>
          <a:p>
            <a:r>
              <a:rPr lang="pt-BR" sz="3000">
                <a:solidFill>
                  <a:srgbClr val="1E1E1E"/>
                </a:solidFill>
              </a:rPr>
              <a:t>Um</a:t>
            </a:r>
          </a:p>
          <a:p>
            <a:r>
              <a:rPr lang="pt-BR" sz="3000">
                <a:solidFill>
                  <a:srgbClr val="1E1E1E"/>
                </a:solidFill>
              </a:rPr>
              <a:t>Dois</a:t>
            </a:r>
          </a:p>
          <a:p>
            <a:r>
              <a:rPr lang="pt-BR" sz="3000">
                <a:solidFill>
                  <a:srgbClr val="1E1E1E"/>
                </a:solidFill>
              </a:rPr>
              <a:t>Três</a:t>
            </a:r>
          </a:p>
          <a:p>
            <a:r>
              <a:rPr lang="pt-BR" sz="3000">
                <a:solidFill>
                  <a:srgbClr val="1E1E1E"/>
                </a:solidFill>
              </a:rPr>
              <a:t>Quatro</a:t>
            </a:r>
          </a:p>
          <a:p>
            <a:r>
              <a:rPr lang="pt-BR" sz="3000">
                <a:solidFill>
                  <a:srgbClr val="1E1E1E"/>
                </a:solidFill>
              </a:rPr>
              <a:t>Cinco</a:t>
            </a:r>
          </a:p>
          <a:p>
            <a:r>
              <a:rPr lang="pt-BR" sz="3000">
                <a:solidFill>
                  <a:srgbClr val="1E1E1E"/>
                </a:solidFill>
              </a:rPr>
              <a:t>Seis</a:t>
            </a:r>
          </a:p>
          <a:p>
            <a:r>
              <a:rPr lang="pt-BR" sz="3000">
                <a:solidFill>
                  <a:srgbClr val="1E1E1E"/>
                </a:solidFill>
              </a:rPr>
              <a:t>Sete</a:t>
            </a:r>
          </a:p>
          <a:p>
            <a:r>
              <a:rPr lang="pt-BR" sz="3000">
                <a:solidFill>
                  <a:srgbClr val="1E1E1E"/>
                </a:solidFill>
              </a:rPr>
              <a:t>Oito</a:t>
            </a:r>
          </a:p>
        </p:txBody>
      </p:sp>
    </p:spTree>
    <p:extLst>
      <p:ext uri="{BB962C8B-B14F-4D97-AF65-F5344CB8AC3E}">
        <p14:creationId xmlns:p14="http://schemas.microsoft.com/office/powerpoint/2010/main" val="2888037130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0A5AFB79-1AF6-FE9A-B390-FC3E78117E8B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Texto vertical, por letra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AEE7123-ECCB-F23C-524E-58890A01CA7B}"/>
              </a:ext>
            </a:extLst>
          </p:cNvPr>
          <p:cNvSpPr txBox="1"/>
          <p:nvPr/>
        </p:nvSpPr>
        <p:spPr>
          <a:xfrm>
            <a:off x="4942007" y="1016000"/>
            <a:ext cx="1661993" cy="1569660"/>
          </a:xfrm>
          <a:prstGeom prst="rect">
            <a:avLst/>
          </a:prstGeom>
          <a:noFill/>
        </p:spPr>
        <p:txBody>
          <a:bodyPr vert="vert" rtlCol="0">
            <a:spAutoFit/>
          </a:bodyPr>
          <a:lstStyle/>
          <a:p>
            <a:r>
              <a:rPr lang="pt-BR" sz="3200">
                <a:solidFill>
                  <a:srgbClr val="8E44AD"/>
                </a:solidFill>
              </a:rPr>
              <a:t>Vertical letra a letra</a:t>
            </a:r>
          </a:p>
        </p:txBody>
      </p:sp>
    </p:spTree>
    <p:extLst>
      <p:ext uri="{BB962C8B-B14F-4D97-AF65-F5344CB8AC3E}">
        <p14:creationId xmlns:p14="http://schemas.microsoft.com/office/powerpoint/2010/main" val="2507602632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C4A317A2-5E16-640D-142A-6DC221B991B2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Efeito diferente por parágrafo + ênfase no 3º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7896C3C-A6EE-A49A-9FC7-F140799DFD9C}"/>
              </a:ext>
            </a:extLst>
          </p:cNvPr>
          <p:cNvSpPr txBox="1"/>
          <p:nvPr/>
        </p:nvSpPr>
        <p:spPr>
          <a:xfrm>
            <a:off x="762000" y="1270000"/>
            <a:ext cx="10668000" cy="206210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3200">
                <a:solidFill>
                  <a:srgbClr val="1E1E1E"/>
                </a:solidFill>
              </a:rPr>
              <a:t>Surgir</a:t>
            </a:r>
          </a:p>
          <a:p>
            <a:r>
              <a:rPr lang="pt-BR" sz="3200">
                <a:solidFill>
                  <a:srgbClr val="1E1E1E"/>
                </a:solidFill>
              </a:rPr>
              <a:t>Zoom</a:t>
            </a:r>
          </a:p>
          <a:p>
            <a:r>
              <a:rPr lang="pt-BR" sz="3200">
                <a:solidFill>
                  <a:srgbClr val="1E1E1E"/>
                </a:solidFill>
              </a:rPr>
              <a:t>Girar (swivel)</a:t>
            </a:r>
          </a:p>
          <a:p>
            <a:r>
              <a:rPr lang="pt-BR" sz="3200">
                <a:solidFill>
                  <a:srgbClr val="1E1E1E"/>
                </a:solidFill>
              </a:rPr>
              <a:t>Revelar</a:t>
            </a:r>
          </a:p>
        </p:txBody>
      </p:sp>
    </p:spTree>
    <p:extLst>
      <p:ext uri="{BB962C8B-B14F-4D97-AF65-F5344CB8AC3E}">
        <p14:creationId xmlns:p14="http://schemas.microsoft.com/office/powerpoint/2010/main" val="2965927160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500"/>
                            </p:stCondLst>
                            <p:childTnLst>
                              <p:par>
                                <p:cTn id="24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4B78840B-3F58-026C-A1A2-BD69F324A6E5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Autoajuste (encolher) + letras em ordem reversa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C23672F-1736-4738-DC58-11CEC05CAADF}"/>
              </a:ext>
            </a:extLst>
          </p:cNvPr>
          <p:cNvSpPr txBox="1"/>
          <p:nvPr/>
        </p:nvSpPr>
        <p:spPr>
          <a:xfrm>
            <a:off x="762000" y="1269999"/>
            <a:ext cx="5334000" cy="2540000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pt-BR" sz="3200">
                <a:solidFill>
                  <a:srgbClr val="1E1E1E"/>
                </a:solidFill>
              </a:rPr>
              <a:t>Texto longo que não cabe na caixa e precisa encolher para caber inteiro, com várias linhas de conteúdo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ADF31BC-7B3C-5D28-664E-B02DD69AC940}"/>
              </a:ext>
            </a:extLst>
          </p:cNvPr>
          <p:cNvSpPr txBox="1"/>
          <p:nvPr/>
        </p:nvSpPr>
        <p:spPr>
          <a:xfrm>
            <a:off x="6604000" y="2032000"/>
            <a:ext cx="508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3600">
                <a:solidFill>
                  <a:srgbClr val="C0392B"/>
                </a:solidFill>
              </a:rPr>
              <a:t>Reverso por letra</a:t>
            </a:r>
          </a:p>
        </p:txBody>
      </p:sp>
    </p:spTree>
    <p:extLst>
      <p:ext uri="{BB962C8B-B14F-4D97-AF65-F5344CB8AC3E}">
        <p14:creationId xmlns:p14="http://schemas.microsoft.com/office/powerpoint/2010/main" val="252524342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rev="1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Microsoft Office PowerPoint</Application>
  <PresentationFormat>Personalizar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Kono</dc:creator>
  <cp:lastModifiedBy>Eric Kono</cp:lastModifiedBy>
  <cp:revision>1</cp:revision>
  <dcterms:created xsi:type="dcterms:W3CDTF">2026-10-06T05:20:01Z</dcterms:created>
  <dcterms:modified xsi:type="dcterms:W3CDTF">2026-10-06T05:20:01Z</dcterms:modified>
</cp:coreProperties>
</file>