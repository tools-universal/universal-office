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4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D436C-B23E-330A-572E-680FDD696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E6598F-CB97-6E0B-55E0-C31F2BA21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989936-68E1-F8A4-5150-AC4F1F213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A295-F0D6-494D-9F0F-1D984775601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CA48C9-389D-BF67-91CE-20C317D52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A4545A-648C-44F2-DB50-F9105EFD7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EF74-F7DE-4760-A21F-D263B5E43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2307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B45E0-7700-6AC0-5374-506E8D836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D96037-59DA-CA2A-8136-AF589D4B4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356E64-C49D-A9CC-FE5B-75FBE0D89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A295-F0D6-494D-9F0F-1D984775601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69EAB3-5550-A723-3A1C-CE3B1EB51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FF8F2C-41EF-AF69-01AA-F6696055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EF74-F7DE-4760-A21F-D263B5E43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510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E4E68-BC32-30ED-7523-333E4F957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8492F7-4E7B-C54F-C40F-E28D0558E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F38151-E865-5F77-316E-D64058D8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A295-F0D6-494D-9F0F-1D984775601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221367-1AD8-5315-DA68-42616C6B5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0806A0-69C2-DD55-C47B-D131F3533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EF74-F7DE-4760-A21F-D263B5E43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2724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5724EE-7A8A-3CF3-5B20-5FFEDD601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212563-04B8-BC8B-21C4-F158A5A959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055279-4284-7C37-747C-B8ADA0087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E0A852-36BF-DE9D-2AA9-3E492B34E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A295-F0D6-494D-9F0F-1D984775601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2CF35E-0459-24F1-DB94-93E301E3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B96D2D-34B0-9C2F-D8CD-F8554DECD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EF74-F7DE-4760-A21F-D263B5E43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16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2DAA3-A79B-C284-1089-A108C4CA6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B841D6-CBE0-20A8-DF41-871ED58CC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272ACD-9C94-670B-0BF5-F72AE002E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7825836-5585-0231-D51E-9C20C30F9F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003E71-75E8-0ADD-E4E5-C96A1D08A8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0B4389B-8BE7-8EBD-D92F-7C9122CA4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A295-F0D6-494D-9F0F-1D984775601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542C3AF-A269-63DE-53C9-D22AD3DFE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87AAA26-00F8-6463-4E4C-54458C69C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EF74-F7DE-4760-A21F-D263B5E43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5645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9F5CE4-B37D-2E68-B4F3-28250B182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B118D12-6975-181A-1D3D-D85C61BD6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A295-F0D6-494D-9F0F-1D984775601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B6A998E-41C5-C1A1-EF75-1C1D8A047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5D7EA21-BCCF-11B2-F906-3967EFE6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EF74-F7DE-4760-A21F-D263B5E43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471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15A5E04-840A-6FD5-A252-56EE9BF5D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A295-F0D6-494D-9F0F-1D984775601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3EDBD62-96AA-8190-2ECD-BE214F8FD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793A26A-AE11-53DD-8256-E32288485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EF74-F7DE-4760-A21F-D263B5E43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6809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2905E-9E52-1462-1D4F-F5167A034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EE0BC9-86FA-4DCE-798C-27D7352F5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0BE050-35B2-1CB6-A8E6-C3D97585F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471522-48EC-4FFB-0F69-92AB2E45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A295-F0D6-494D-9F0F-1D984775601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CEE64B-8992-D6D4-30FA-597EB8A4B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1AFF08-1743-2181-C1F1-26B58ABDC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EF74-F7DE-4760-A21F-D263B5E43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8249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FB51D-8C62-1944-C3D8-6433357A5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9F640FC-8865-5155-15B2-2538D3C85A8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1C6BF8-CB08-D751-AA47-3BE1D09E0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7DC9A6-9EA2-16A8-9448-3B4C2654E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A295-F0D6-494D-9F0F-1D984775601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5065B0-D50A-18E1-7D48-4FBA2C575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0315F5-4622-1F23-D77F-B63F44B9D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EF74-F7DE-4760-A21F-D263B5E43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2459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F5838B-A376-985D-44D0-EBE23094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B2ACBE3-672A-5D52-4EE8-F12434E38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C11A8B-B774-6942-20BB-2F7FD0D4B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A295-F0D6-494D-9F0F-1D984775601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FA0B0B-BA7A-5CAD-B908-7117309BA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53A265-5C58-9206-C6C3-125173A7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EF74-F7DE-4760-A21F-D263B5E43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571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B6B8B5C-B741-CAB2-0A10-39328AB7EA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0B5767-EDC9-CA32-6E39-10B7DA5F1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025C4E-B7DC-729B-183D-4A5EBB41D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A295-F0D6-494D-9F0F-1D984775601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152362-6195-176D-B348-839A3FE44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82DC1D-F0B0-536A-C7B9-F94C3FADF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EF74-F7DE-4760-A21F-D263B5E43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3828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57B6B88-3F95-4B8C-B2F2-B2DAB2B7D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6E665F-C0D6-C35C-7852-3151FDECF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EAD47C-FF79-F4A7-AEA7-0E223BD18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DA295-F0D6-494D-9F0F-1D9847756018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2B4AD8-2280-71C7-4D4B-8B1572CEA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70F947-A0A6-3E48-6A64-0F0CB9186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5EF74-F7DE-4760-A21F-D263B5E43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70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3AF5962-F4FC-124F-AA2B-1D5B440F5E4B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Repetir até o FIM DO SLIDE (girar)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0884BC8-95AA-7707-7E80-F84D824DA880}"/>
              </a:ext>
            </a:extLst>
          </p:cNvPr>
          <p:cNvSpPr/>
          <p:nvPr/>
        </p:nvSpPr>
        <p:spPr>
          <a:xfrm>
            <a:off x="4318000" y="2032000"/>
            <a:ext cx="3556000" cy="2540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girar até o fim</a:t>
            </a:r>
          </a:p>
        </p:txBody>
      </p:sp>
    </p:spTree>
    <p:extLst>
      <p:ext uri="{BB962C8B-B14F-4D97-AF65-F5344CB8AC3E}">
        <p14:creationId xmlns:p14="http://schemas.microsoft.com/office/powerpoint/2010/main" val="3299794891"/>
      </p:ext>
    </p:extLst>
  </p:cSld>
  <p:clrMapOvr>
    <a:masterClrMapping/>
  </p:clrMapOvr>
  <p:transition advTm="4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F4EDBAD-9B50-4E28-C950-A8BB40FA7B9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Repetir até o PRÓXIMO CLIQUE (pulso) + clique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F5A5681-9FC9-9194-3407-FDA79ED1A7E6}"/>
              </a:ext>
            </a:extLst>
          </p:cNvPr>
          <p:cNvSpPr/>
          <p:nvPr/>
        </p:nvSpPr>
        <p:spPr>
          <a:xfrm>
            <a:off x="1524000" y="2032000"/>
            <a:ext cx="3556000" cy="2540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pulso até clique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09DFCA0-2D2A-C251-0857-85DCD9EA9539}"/>
              </a:ext>
            </a:extLst>
          </p:cNvPr>
          <p:cNvSpPr/>
          <p:nvPr/>
        </p:nvSpPr>
        <p:spPr>
          <a:xfrm>
            <a:off x="6858000" y="2032000"/>
            <a:ext cx="3556000" cy="2540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entra no clique</a:t>
            </a:r>
          </a:p>
        </p:txBody>
      </p:sp>
    </p:spTree>
    <p:extLst>
      <p:ext uri="{BB962C8B-B14F-4D97-AF65-F5344CB8AC3E}">
        <p14:creationId xmlns:p14="http://schemas.microsoft.com/office/powerpoint/2010/main" val="97852944"/>
      </p:ext>
    </p:extLst>
  </p:cSld>
  <p:clrMapOvr>
    <a:masterClrMapping/>
  </p:clrMapOvr>
  <p:transition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FC3CDB9B-574B-5FC5-3CE3-243886848562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Velocidade 2x / atraso maior que o intervalo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E82E322-3A99-38E1-B6D6-B34CADA2A45D}"/>
              </a:ext>
            </a:extLst>
          </p:cNvPr>
          <p:cNvSpPr/>
          <p:nvPr/>
        </p:nvSpPr>
        <p:spPr>
          <a:xfrm>
            <a:off x="1524000" y="2032000"/>
            <a:ext cx="3556000" cy="2540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zoom 2s em velocidade 2x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28C054B-38D4-93C9-9825-E4722E2F339C}"/>
              </a:ext>
            </a:extLst>
          </p:cNvPr>
          <p:cNvSpPr/>
          <p:nvPr/>
        </p:nvSpPr>
        <p:spPr>
          <a:xfrm>
            <a:off x="6858000" y="2032000"/>
            <a:ext cx="3556000" cy="2540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esmaecer +3s</a:t>
            </a:r>
          </a:p>
        </p:txBody>
      </p:sp>
    </p:spTree>
    <p:extLst>
      <p:ext uri="{BB962C8B-B14F-4D97-AF65-F5344CB8AC3E}">
        <p14:creationId xmlns:p14="http://schemas.microsoft.com/office/powerpoint/2010/main" val="3233506726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spd="2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382E0DD-111F-A02B-51A9-06FA9D98BB72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Aumentar x2 + auto-reverter + acelerar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B7432B3-2D0A-6DC5-D8C4-4F5A787AE837}"/>
              </a:ext>
            </a:extLst>
          </p:cNvPr>
          <p:cNvSpPr/>
          <p:nvPr/>
        </p:nvSpPr>
        <p:spPr>
          <a:xfrm>
            <a:off x="4318000" y="2032000"/>
            <a:ext cx="3556000" cy="2540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aumentar</a:t>
            </a:r>
          </a:p>
        </p:txBody>
      </p:sp>
    </p:spTree>
    <p:extLst>
      <p:ext uri="{BB962C8B-B14F-4D97-AF65-F5344CB8AC3E}">
        <p14:creationId xmlns:p14="http://schemas.microsoft.com/office/powerpoint/2010/main" val="1874697627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2000" accel="50000" autoRev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Personalizar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2026-10-06T05:20:02Z</dcterms:created>
  <dcterms:modified xsi:type="dcterms:W3CDTF">2026-10-06T05:20:02Z</dcterms:modified>
</cp:coreProperties>
</file>