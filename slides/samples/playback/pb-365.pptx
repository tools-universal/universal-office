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1F883-88B8-BC7A-14ED-F3A714BF1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5028DE-9F04-6972-159A-F575597E6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B245A5-4733-DF24-5A9F-3D020DFA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4DBDE0-7A7A-711E-0C6B-9325F917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1BFC4-04D9-36A0-F9D1-595A9258A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58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3D7BA-CAD5-FBF3-D80A-10AB6D59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203F04-FB44-FAD1-C83C-C20BBFB34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2BD9F6-5A60-B1CE-D462-D74A79EF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4BE102-0F7E-4F7D-9163-004D9964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765DF9-4D7A-2EE6-7831-A6F8A7945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81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580F0-34D6-7CA8-7493-7BC1D1C53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14863B-0490-0DF8-029C-12F64A396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2329FE-36B5-7B13-ED41-7BC0C527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C72F55-7F4A-A56B-DCF1-AE59314F7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1D7763-EDA1-C09F-3A04-E3181F29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52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20CD9-2A14-9DC4-2B2C-8F60A7D0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5C2167-DAE1-2F19-1E20-8602FD79C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5C0FDE-AEA9-E05D-76DE-AD10E48DE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531CC6-F1FD-379B-809A-94E77A53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F1869C-8796-D158-648D-FABFABC0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867226-B10A-AF4B-4AEA-364AEF0B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71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5DD3D-8703-6A57-1062-65ED8ACF1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628B0C-F4CA-9266-EF15-06049F3C3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11CB8E-D671-CE19-2013-05A4663D0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830219-163E-BE49-A050-BF5F241D9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EDE4F04-DB69-013E-65A1-CF60A95ED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448383-A37C-B062-5C4B-CF63054A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5B72801-D7CB-4C0F-4641-2B208EC2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792CD34-33CD-2F57-0C36-1B3663592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984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0F415-E472-77F7-A9D0-51DD2C11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923806-0053-5E7E-E291-14FD1938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E1D0BE-2E8D-EB9C-D387-9604EA7E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A69949-7A2B-FADA-1BF2-F71FF664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8802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B24A715-1174-DFC2-B04E-9DD77C72E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31704AC-FDC6-E14D-4354-06FA127E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7E0236-4B17-6FA0-53F0-600935F1F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2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83AA2-5453-2AD2-12A5-CFEE36FD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B6B84C-4440-7866-C1C5-F7248E8A2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E82FC5-A324-6852-7EC2-B4883F134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EABA00-42D0-9FAB-E08F-67D0335B4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D7355-BA77-EE63-3904-3D23DE64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8A6A6D-8329-078C-6B0D-18D0DA05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58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BAC92-0B5C-6172-6A80-9F32174A2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78751D-18EA-332F-6A69-40F7B36CE67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71F67E-F65A-A00C-B6B9-005452933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DFB00D-4700-2A18-9C1D-E43C31671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024F98-28A6-06AA-1AB3-E237AC950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C59F62-8328-C920-C848-5452A18A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555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F2A63-11D9-8FFD-1DB3-6835178E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1863B4-1331-6634-46A5-33061590B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F228E9-CC4E-F57C-41A8-B0299832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FBB04B-880D-4BFE-45FF-9BCCA5BA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DD569D-E159-BE2C-6DE8-A32159DC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4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750108-30F9-D01B-534D-DD863B76A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CDA1CB-22B5-CE92-B3EC-BA37CFFC2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D412FA-09F0-C08A-438E-EBB998DA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6BE095-E6EE-6AB7-95A4-D406A27A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6E7EC3-0E01-8EE6-8B23-B24BD1C9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0605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F3D46F3-540A-CB47-FE09-1E4CA274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632DE8-5CBC-90DC-F9D6-E548FAA5D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548650-1DDE-98CC-0A07-2A15A7E89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A49B7-77A0-40BE-A5A5-03E2F86313B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12F5AC-B311-3010-21E8-18F266465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5F8355-31CE-E736-B128-A04A8E60BC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90401-96F6-4FB1-837E-3DA605D7A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23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157073B-5D92-2AE5-8F9D-F5E40E9531C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X1 ícone SVG (zoom) 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2F32FC7D-369B-EEF9-033A-93273CD2F52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6000" y="17780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6666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A1DA2B9-09C8-6A53-44B6-C317323DBF2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X2 modelo 3D (esmaecer + girar)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>
                <a:extLst>
                  <a:ext uri="{FF2B5EF4-FFF2-40B4-BE49-F238E27FC236}">
                    <a16:creationId xmlns:a16="http://schemas.microsoft.com/office/drawing/2014/main" id="{3A4B0AAE-1025-47B0-C93F-5CD21BEE625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12499531"/>
                  </p:ext>
                </p:extLst>
              </p:nvPr>
            </p:nvGraphicFramePr>
            <p:xfrm>
              <a:off x="4191000" y="1524000"/>
              <a:ext cx="3810000" cy="38100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810000" cy="3810000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56467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>
                <a:extLst>
                  <a:ext uri="{FF2B5EF4-FFF2-40B4-BE49-F238E27FC236}">
                    <a16:creationId xmlns:a16="http://schemas.microsoft.com/office/drawing/2014/main" id="{3A4B0AAE-1025-47B0-C93F-5CD21BEE62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1000" y="1524000"/>
                <a:ext cx="3810000" cy="38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9756407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Personalizar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2026-10-06T05:20:25Z</dcterms:created>
  <dcterms:modified xsi:type="dcterms:W3CDTF">2026-10-06T05:20:25Z</dcterms:modified>
</cp:coreProperties>
</file>