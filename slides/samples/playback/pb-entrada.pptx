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1610D8-8728-6608-E4F2-58DE5BA4B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1DB83F-46E2-8781-7C71-B2C8B7184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B55FE4-E84C-F4AF-E0F5-EDE7C66E4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82D77-BBCA-45A3-B1CF-E8AD35871EF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B24244-5973-21D9-8069-98DA41083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A52033-710B-CDA8-9F23-1F853CE69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3190-BBC2-4E0B-89BD-0E3CF87879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3441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546215-D102-AE6D-AE94-9DA5649C4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04126D-0CF8-CC07-9B79-A71C4BF0F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45F282-D579-795B-6180-8AA041AB7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82D77-BBCA-45A3-B1CF-E8AD35871EF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CFF8F5-A512-79A1-8EE0-3F3DFAF9B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DBE2A6-62C3-44DA-C9C5-6A9DF4CF1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3190-BBC2-4E0B-89BD-0E3CF87879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1394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61FBAE-863A-7C20-8D65-8BD0747DC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D14FA8-528E-8FC6-06ED-16AC5A2B9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62D526-589B-5031-8313-338136379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82D77-BBCA-45A3-B1CF-E8AD35871EF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0CD360-A719-D492-D3EA-09BCC7CF8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5F5367-6F9E-0F21-CF17-5D1982C20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3190-BBC2-4E0B-89BD-0E3CF87879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6780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EB0538-BCC8-49B5-AF5C-80017D93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10FA87-7BC9-D41D-A410-3AC9C45251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186240-764D-888E-6521-DAED1832C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7EC2DB-DC68-8AB8-7158-39D4BC15D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82D77-BBCA-45A3-B1CF-E8AD35871EF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067FE98-64AA-3AE8-C0B7-A2D59D971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126F9E-C2D2-30AD-7D5D-DF415C6FB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3190-BBC2-4E0B-89BD-0E3CF87879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0524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24E047-9BDB-6DFC-5FB8-852A4332E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F193E0-3D49-8FEB-9A8B-A9DE39803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97238BB-3926-C0FE-EA8C-9FA19007A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C75E5D0-CBEF-CEFA-BCC1-C5660A53C5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6267E57-B74E-D3DD-EE53-0FB5C165D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00EA888-1BD7-BABF-F66C-06B628460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82D77-BBCA-45A3-B1CF-E8AD35871EF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623C856-BBA4-173B-4B9D-A0CCECD10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F33FC3D-87F1-8445-BE9D-8FF7232DB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3190-BBC2-4E0B-89BD-0E3CF87879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548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EE4568-A83D-3A36-FAFF-7F0AE51BB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93DD9B8-4CA2-3D9F-6B7C-847A69327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82D77-BBCA-45A3-B1CF-E8AD35871EF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FDA5ECA-DE78-870D-E709-BB015DBE3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ABE5978-6ED7-C6FA-BDF0-B8DB2548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3190-BBC2-4E0B-89BD-0E3CF87879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1266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5910405-ABE8-4953-97F1-2E3A992D5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82D77-BBCA-45A3-B1CF-E8AD35871EF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62AF79-6643-5120-74CD-B882270CD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B7FE022-379A-F1C6-38E2-3EDCA0B90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3190-BBC2-4E0B-89BD-0E3CF87879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5959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082A7-5D7D-9D20-FE46-D8F0A6BC5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81ACCB-9CBF-A7C3-DD7C-68F72F709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B89BF07-A793-F217-9E1B-50FF8D92A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9C4FD9-1D36-F9D7-9B51-A9AEDAE4B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82D77-BBCA-45A3-B1CF-E8AD35871EF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EFD925-1C62-B452-DC36-9AF786C48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5D9EE27-9F2C-777F-D63B-3BA43867D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3190-BBC2-4E0B-89BD-0E3CF87879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9805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5D90AA-E2F2-5F3F-D0C6-2BC15E35E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738DDE4-0AEE-4D72-C218-1CD690C873C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D66D960-3AFF-ECBD-1D91-33B951F1B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0065E1B-D81C-4446-0D5B-B9E8D27DD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82D77-BBCA-45A3-B1CF-E8AD35871EF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483913A-217D-9678-CBBA-C51988A9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DFCB95D-CA63-16AF-A56A-E0FAF0C2E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3190-BBC2-4E0B-89BD-0E3CF87879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765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A54895-81B5-F63B-40BC-5FDFB9ABD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1F75860-1B12-1211-D3A5-3E770AB622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E6AF20-3D48-DE6E-E9D9-16779688C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82D77-BBCA-45A3-B1CF-E8AD35871EF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77DCED-EEA4-8A41-A6B2-E9814997A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B75542-0AB8-4F27-6143-6C179E073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3190-BBC2-4E0B-89BD-0E3CF87879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4746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4952FA8-CA8D-BC63-8666-FD89D02045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FC2DEA5-7F08-8C29-6329-45D48280D4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889EC1-0C9F-E1BF-A1C5-EB4E369B6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82D77-BBCA-45A3-B1CF-E8AD35871EF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5A040C-5C06-2DD6-44AD-BC853998D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0F20D3-5057-5D5C-F1BF-B52E6E2A3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3190-BBC2-4E0B-89BD-0E3CF87879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5662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BF4E635-4634-70FD-BE4A-20BB04FA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0788F79-F981-B5FA-3C6A-B6142527D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9C33E9-DB08-20EA-0E6A-75FCFD3528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882D77-BBCA-45A3-B1CF-E8AD35871EF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82A84A-11AD-48FE-98BF-F4C7BA296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136479-C3C6-E5BE-38E9-3D378AA334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B63190-BBC2-4E0B-89BD-0E3CF87879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7308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88FB871A-D03D-BC13-9880-90FEF5EA6C1A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Entrada 1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73FB4847-5F64-DEBC-37F1-EDBCE1C4DB1C}"/>
              </a:ext>
            </a:extLst>
          </p:cNvPr>
          <p:cNvSpPr/>
          <p:nvPr/>
        </p:nvSpPr>
        <p:spPr>
          <a:xfrm>
            <a:off x="381000" y="1270000"/>
            <a:ext cx="3556000" cy="21590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Aparecer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3075DE3-F8B2-47D3-DD3E-820BC14946B4}"/>
              </a:ext>
            </a:extLst>
          </p:cNvPr>
          <p:cNvSpPr/>
          <p:nvPr/>
        </p:nvSpPr>
        <p:spPr>
          <a:xfrm>
            <a:off x="4318000" y="1270000"/>
            <a:ext cx="3556000" cy="2159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Esmaecer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D09D2F8-19C6-2AFD-3D81-B3E73B4FC845}"/>
              </a:ext>
            </a:extLst>
          </p:cNvPr>
          <p:cNvSpPr/>
          <p:nvPr/>
        </p:nvSpPr>
        <p:spPr>
          <a:xfrm>
            <a:off x="8255000" y="1270000"/>
            <a:ext cx="3556000" cy="2159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Surgir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1C86064-651E-46A7-E58D-DAEB2A506F2E}"/>
              </a:ext>
            </a:extLst>
          </p:cNvPr>
          <p:cNvSpPr/>
          <p:nvPr/>
        </p:nvSpPr>
        <p:spPr>
          <a:xfrm>
            <a:off x="381000" y="4000500"/>
            <a:ext cx="3556000" cy="21590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Flutuar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6C769AA-4E62-4E8F-9492-0C9A275C1055}"/>
              </a:ext>
            </a:extLst>
          </p:cNvPr>
          <p:cNvSpPr/>
          <p:nvPr/>
        </p:nvSpPr>
        <p:spPr>
          <a:xfrm>
            <a:off x="4318000" y="4000500"/>
            <a:ext cx="3556000" cy="2159000"/>
          </a:xfrm>
          <a:prstGeom prst="roundRect">
            <a:avLst/>
          </a:prstGeom>
          <a:solidFill>
            <a:srgbClr val="F39C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Dividir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BA78BD6-9E41-2942-32F5-6D7E6F93210F}"/>
              </a:ext>
            </a:extLst>
          </p:cNvPr>
          <p:cNvSpPr/>
          <p:nvPr/>
        </p:nvSpPr>
        <p:spPr>
          <a:xfrm>
            <a:off x="8255000" y="4000500"/>
            <a:ext cx="3556000" cy="2159000"/>
          </a:xfrm>
          <a:prstGeom prst="roundRect">
            <a:avLst/>
          </a:prstGeom>
          <a:solidFill>
            <a:srgbClr val="16A0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Revelar</a:t>
            </a:r>
          </a:p>
        </p:txBody>
      </p:sp>
    </p:spTree>
    <p:extLst>
      <p:ext uri="{BB962C8B-B14F-4D97-AF65-F5344CB8AC3E}">
        <p14:creationId xmlns:p14="http://schemas.microsoft.com/office/powerpoint/2010/main" val="104675355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217CA8FF-F08C-AA45-3F95-EC25146F11A7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Entrada 2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67B53B6-63A8-929C-4D03-A2BAC08B26D3}"/>
              </a:ext>
            </a:extLst>
          </p:cNvPr>
          <p:cNvSpPr/>
          <p:nvPr/>
        </p:nvSpPr>
        <p:spPr>
          <a:xfrm>
            <a:off x="381000" y="1270000"/>
            <a:ext cx="3556000" cy="2159000"/>
          </a:xfrm>
          <a:prstGeom prst="roundRect">
            <a:avLst/>
          </a:prstGeom>
          <a:solidFill>
            <a:srgbClr val="2C3E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Forma/círculo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A6E6801-4E54-1CA8-3C84-D4971FAB59C5}"/>
              </a:ext>
            </a:extLst>
          </p:cNvPr>
          <p:cNvSpPr/>
          <p:nvPr/>
        </p:nvSpPr>
        <p:spPr>
          <a:xfrm>
            <a:off x="4318000" y="1270000"/>
            <a:ext cx="3556000" cy="2159000"/>
          </a:xfrm>
          <a:prstGeom prst="roundRect">
            <a:avLst/>
          </a:prstGeom>
          <a:solidFill>
            <a:srgbClr val="D35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Roda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7DB61DB-927A-A670-CAE6-D4B7EA29CA67}"/>
              </a:ext>
            </a:extLst>
          </p:cNvPr>
          <p:cNvSpPr/>
          <p:nvPr/>
        </p:nvSpPr>
        <p:spPr>
          <a:xfrm>
            <a:off x="8255000" y="1270000"/>
            <a:ext cx="3556000" cy="2159000"/>
          </a:xfrm>
          <a:prstGeom prst="roundRect">
            <a:avLst/>
          </a:prstGeom>
          <a:solidFill>
            <a:srgbClr val="7F8C8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Barras aleatórias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38C29E3-1159-FCD6-E8AB-B54101847C7E}"/>
              </a:ext>
            </a:extLst>
          </p:cNvPr>
          <p:cNvSpPr/>
          <p:nvPr/>
        </p:nvSpPr>
        <p:spPr>
          <a:xfrm>
            <a:off x="381000" y="4000500"/>
            <a:ext cx="3556000" cy="21590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Aumentar e girar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6C2A983-78D3-AD8B-3561-6E4555179F4B}"/>
              </a:ext>
            </a:extLst>
          </p:cNvPr>
          <p:cNvSpPr/>
          <p:nvPr/>
        </p:nvSpPr>
        <p:spPr>
          <a:xfrm>
            <a:off x="4318000" y="4000500"/>
            <a:ext cx="3556000" cy="2159000"/>
          </a:xfrm>
          <a:prstGeom prst="round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Zoom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FB33F69-A2AE-B2A8-C869-5DCAAB6AB5B3}"/>
              </a:ext>
            </a:extLst>
          </p:cNvPr>
          <p:cNvSpPr/>
          <p:nvPr/>
        </p:nvSpPr>
        <p:spPr>
          <a:xfrm>
            <a:off x="8255000" y="4000500"/>
            <a:ext cx="3556000" cy="2159000"/>
          </a:xfrm>
          <a:prstGeom prst="roundRect">
            <a:avLst/>
          </a:prstGeom>
          <a:solidFill>
            <a:srgbClr val="1ABC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Girar (swivel)</a:t>
            </a:r>
          </a:p>
        </p:txBody>
      </p:sp>
    </p:spTree>
    <p:extLst>
      <p:ext uri="{BB962C8B-B14F-4D97-AF65-F5344CB8AC3E}">
        <p14:creationId xmlns:p14="http://schemas.microsoft.com/office/powerpoint/2010/main" val="2143867507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500"/>
                            </p:stCondLst>
                            <p:childTnLst>
                              <p:par>
                                <p:cTn id="2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EC23CDCB-3E8E-F64A-B72E-39552EBFA223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Entrada 3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5C07D3DA-74B8-4629-1E83-A21A6BA1265C}"/>
              </a:ext>
            </a:extLst>
          </p:cNvPr>
          <p:cNvSpPr/>
          <p:nvPr/>
        </p:nvSpPr>
        <p:spPr>
          <a:xfrm>
            <a:off x="381000" y="1270000"/>
            <a:ext cx="3556000" cy="21590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Saltar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7E36F3F4-7D9F-E4F1-C046-9074359C1AC8}"/>
              </a:ext>
            </a:extLst>
          </p:cNvPr>
          <p:cNvSpPr/>
          <p:nvPr/>
        </p:nvSpPr>
        <p:spPr>
          <a:xfrm>
            <a:off x="4318000" y="1270000"/>
            <a:ext cx="3556000" cy="2159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Persianas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1BF0CB08-36A8-4A3C-14A2-AF075AD62517}"/>
              </a:ext>
            </a:extLst>
          </p:cNvPr>
          <p:cNvSpPr/>
          <p:nvPr/>
        </p:nvSpPr>
        <p:spPr>
          <a:xfrm>
            <a:off x="8255000" y="1270000"/>
            <a:ext cx="3556000" cy="2159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Caixa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C67B7C4-CBBB-6F1A-6C0F-0E30D9E164DC}"/>
              </a:ext>
            </a:extLst>
          </p:cNvPr>
          <p:cNvSpPr/>
          <p:nvPr/>
        </p:nvSpPr>
        <p:spPr>
          <a:xfrm>
            <a:off x="381000" y="4000500"/>
            <a:ext cx="3556000" cy="21590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Quadriculado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4205658D-B72C-7181-1476-6B717A399624}"/>
              </a:ext>
            </a:extLst>
          </p:cNvPr>
          <p:cNvSpPr/>
          <p:nvPr/>
        </p:nvSpPr>
        <p:spPr>
          <a:xfrm>
            <a:off x="4318000" y="4000500"/>
            <a:ext cx="3556000" cy="2159000"/>
          </a:xfrm>
          <a:prstGeom prst="roundRect">
            <a:avLst/>
          </a:prstGeom>
          <a:solidFill>
            <a:srgbClr val="F39C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Rastejar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937C79F-13DA-3B84-869F-3DC4F47AF267}"/>
              </a:ext>
            </a:extLst>
          </p:cNvPr>
          <p:cNvSpPr/>
          <p:nvPr/>
        </p:nvSpPr>
        <p:spPr>
          <a:xfrm>
            <a:off x="8255000" y="4000500"/>
            <a:ext cx="3556000" cy="2159000"/>
          </a:xfrm>
          <a:prstGeom prst="roundRect">
            <a:avLst/>
          </a:prstGeom>
          <a:solidFill>
            <a:srgbClr val="16A0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Losango</a:t>
            </a:r>
          </a:p>
        </p:txBody>
      </p:sp>
    </p:spTree>
    <p:extLst>
      <p:ext uri="{BB962C8B-B14F-4D97-AF65-F5344CB8AC3E}">
        <p14:creationId xmlns:p14="http://schemas.microsoft.com/office/powerpoint/2010/main" val="288058430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500"/>
                            </p:stCondLst>
                            <p:childTnLst>
                              <p:par>
                                <p:cTn id="3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0"/>
                            </p:stCondLst>
                            <p:childTnLst>
                              <p:par>
                                <p:cTn id="34" presetID="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0"/>
                            </p:stCondLst>
                            <p:childTnLst>
                              <p:par>
                                <p:cTn id="39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D87EBC06-40ED-3759-9A73-1062415622FA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Entrada 4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0D8E6AAE-0578-6980-6A13-E31635A329E5}"/>
              </a:ext>
            </a:extLst>
          </p:cNvPr>
          <p:cNvSpPr/>
          <p:nvPr/>
        </p:nvSpPr>
        <p:spPr>
          <a:xfrm>
            <a:off x="381000" y="1270000"/>
            <a:ext cx="3556000" cy="2159000"/>
          </a:xfrm>
          <a:prstGeom prst="roundRect">
            <a:avLst/>
          </a:prstGeom>
          <a:solidFill>
            <a:srgbClr val="2C3E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Dissolver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58570281-E6F8-6DD1-4CA3-93754710858F}"/>
              </a:ext>
            </a:extLst>
          </p:cNvPr>
          <p:cNvSpPr/>
          <p:nvPr/>
        </p:nvSpPr>
        <p:spPr>
          <a:xfrm>
            <a:off x="4318000" y="1270000"/>
            <a:ext cx="3556000" cy="2159000"/>
          </a:xfrm>
          <a:prstGeom prst="roundRect">
            <a:avLst/>
          </a:prstGeom>
          <a:solidFill>
            <a:srgbClr val="D35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Piscar uma vez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B6C2687-23EC-3EA2-2352-5842F78E57C5}"/>
              </a:ext>
            </a:extLst>
          </p:cNvPr>
          <p:cNvSpPr/>
          <p:nvPr/>
        </p:nvSpPr>
        <p:spPr>
          <a:xfrm>
            <a:off x="8255000" y="1270000"/>
            <a:ext cx="3556000" cy="2159000"/>
          </a:xfrm>
          <a:prstGeom prst="roundRect">
            <a:avLst/>
          </a:prstGeom>
          <a:solidFill>
            <a:srgbClr val="7F8C8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Espiar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9C45C52-249D-C56D-D70B-B8257FB060CF}"/>
              </a:ext>
            </a:extLst>
          </p:cNvPr>
          <p:cNvSpPr/>
          <p:nvPr/>
        </p:nvSpPr>
        <p:spPr>
          <a:xfrm>
            <a:off x="381000" y="4000500"/>
            <a:ext cx="3556000" cy="21590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Mais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41420947-65E5-6255-68F9-34CEFE31DDF9}"/>
              </a:ext>
            </a:extLst>
          </p:cNvPr>
          <p:cNvSpPr/>
          <p:nvPr/>
        </p:nvSpPr>
        <p:spPr>
          <a:xfrm>
            <a:off x="4318000" y="4000500"/>
            <a:ext cx="3556000" cy="2159000"/>
          </a:xfrm>
          <a:prstGeom prst="round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Espiral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1B89D485-E84B-DB7C-A215-62B05D53E6BF}"/>
              </a:ext>
            </a:extLst>
          </p:cNvPr>
          <p:cNvSpPr/>
          <p:nvPr/>
        </p:nvSpPr>
        <p:spPr>
          <a:xfrm>
            <a:off x="8255000" y="4000500"/>
            <a:ext cx="3556000" cy="2159000"/>
          </a:xfrm>
          <a:prstGeom prst="roundRect">
            <a:avLst/>
          </a:prstGeom>
          <a:solidFill>
            <a:srgbClr val="1ABC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Esticar</a:t>
            </a:r>
          </a:p>
        </p:txBody>
      </p:sp>
    </p:spTree>
    <p:extLst>
      <p:ext uri="{BB962C8B-B14F-4D97-AF65-F5344CB8AC3E}">
        <p14:creationId xmlns:p14="http://schemas.microsoft.com/office/powerpoint/2010/main" val="531466872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0"/>
                            </p:stCondLst>
                            <p:childTnLst>
                              <p:par>
                                <p:cTn id="2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A3E76536-E394-ED2A-9F14-AA603093CFB7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Entrada 5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7D6A7EDB-D0B9-70C9-747D-45CE39F6EDD7}"/>
              </a:ext>
            </a:extLst>
          </p:cNvPr>
          <p:cNvSpPr/>
          <p:nvPr/>
        </p:nvSpPr>
        <p:spPr>
          <a:xfrm>
            <a:off x="381000" y="1270000"/>
            <a:ext cx="3556000" cy="21590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Faixas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A5B27B0-900E-F706-244A-43A418A15538}"/>
              </a:ext>
            </a:extLst>
          </p:cNvPr>
          <p:cNvSpPr/>
          <p:nvPr/>
        </p:nvSpPr>
        <p:spPr>
          <a:xfrm>
            <a:off x="4318000" y="1270000"/>
            <a:ext cx="3556000" cy="2159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Cunha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0A325805-452C-9340-A731-009860B6340F}"/>
              </a:ext>
            </a:extLst>
          </p:cNvPr>
          <p:cNvSpPr/>
          <p:nvPr/>
        </p:nvSpPr>
        <p:spPr>
          <a:xfrm>
            <a:off x="8255000" y="1270000"/>
            <a:ext cx="3556000" cy="2159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Bumerangue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0F75F9D-191E-4D4B-C290-CEE58848B3F7}"/>
              </a:ext>
            </a:extLst>
          </p:cNvPr>
          <p:cNvSpPr/>
          <p:nvPr/>
        </p:nvSpPr>
        <p:spPr>
          <a:xfrm>
            <a:off x="381000" y="4000500"/>
            <a:ext cx="3556000" cy="21590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Revelar cor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4E281F9A-B89C-D827-56F4-835368EE1611}"/>
              </a:ext>
            </a:extLst>
          </p:cNvPr>
          <p:cNvSpPr/>
          <p:nvPr/>
        </p:nvSpPr>
        <p:spPr>
          <a:xfrm>
            <a:off x="4318000" y="4000500"/>
            <a:ext cx="3556000" cy="2159000"/>
          </a:xfrm>
          <a:prstGeom prst="roundRect">
            <a:avLst/>
          </a:prstGeom>
          <a:solidFill>
            <a:srgbClr val="F39C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Créditos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60F4B79-D35D-ED21-AFC7-62660654EFA7}"/>
              </a:ext>
            </a:extLst>
          </p:cNvPr>
          <p:cNvSpPr/>
          <p:nvPr/>
        </p:nvSpPr>
        <p:spPr>
          <a:xfrm>
            <a:off x="8255000" y="4000500"/>
            <a:ext cx="3556000" cy="2159000"/>
          </a:xfrm>
          <a:prstGeom prst="roundRect">
            <a:avLst/>
          </a:prstGeom>
          <a:solidFill>
            <a:srgbClr val="16A0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Atenuar</a:t>
            </a:r>
          </a:p>
        </p:txBody>
      </p:sp>
    </p:spTree>
    <p:extLst>
      <p:ext uri="{BB962C8B-B14F-4D97-AF65-F5344CB8AC3E}">
        <p14:creationId xmlns:p14="http://schemas.microsoft.com/office/powerpoint/2010/main" val="1668376450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00"/>
                            </p:stCondLst>
                            <p:childTnLst>
                              <p:par>
                                <p:cTn id="24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6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940"/>
                            </p:stCondLst>
                            <p:childTnLst>
                              <p:par>
                                <p:cTn id="30" presetID="28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8940"/>
                            </p:stCondLst>
                            <p:childTnLst>
                              <p:par>
                                <p:cTn id="3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A51E5377-A066-B982-9F7E-73FEF3B3B6A3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Entrada 6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AE0DC1B-225B-6064-A80C-1EAB6808C82B}"/>
              </a:ext>
            </a:extLst>
          </p:cNvPr>
          <p:cNvSpPr/>
          <p:nvPr/>
        </p:nvSpPr>
        <p:spPr>
          <a:xfrm>
            <a:off x="381000" y="1270000"/>
            <a:ext cx="3556000" cy="2159000"/>
          </a:xfrm>
          <a:prstGeom prst="roundRect">
            <a:avLst/>
          </a:prstGeom>
          <a:solidFill>
            <a:srgbClr val="2C3E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Velocidade da luz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6A226C13-D004-1DD3-1001-093431E990F2}"/>
              </a:ext>
            </a:extLst>
          </p:cNvPr>
          <p:cNvSpPr/>
          <p:nvPr/>
        </p:nvSpPr>
        <p:spPr>
          <a:xfrm>
            <a:off x="4318000" y="1270000"/>
            <a:ext cx="3556000" cy="2159000"/>
          </a:xfrm>
          <a:prstGeom prst="roundRect">
            <a:avLst/>
          </a:prstGeom>
          <a:solidFill>
            <a:srgbClr val="D35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Cata-vento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00C63114-E993-03B3-6B9D-C7BE9C628BBD}"/>
              </a:ext>
            </a:extLst>
          </p:cNvPr>
          <p:cNvSpPr/>
          <p:nvPr/>
        </p:nvSpPr>
        <p:spPr>
          <a:xfrm>
            <a:off x="8255000" y="1270000"/>
            <a:ext cx="3556000" cy="2159000"/>
          </a:xfrm>
          <a:prstGeom prst="roundRect">
            <a:avLst/>
          </a:prstGeom>
          <a:solidFill>
            <a:srgbClr val="7F8C8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Ascender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13E0F85-C273-20BA-C754-A26701A44DB0}"/>
              </a:ext>
            </a:extLst>
          </p:cNvPr>
          <p:cNvSpPr/>
          <p:nvPr/>
        </p:nvSpPr>
        <p:spPr>
          <a:xfrm>
            <a:off x="381000" y="4000500"/>
            <a:ext cx="3556000" cy="21590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Assobio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673BE1D-FE72-6706-A33B-789E9C646058}"/>
              </a:ext>
            </a:extLst>
          </p:cNvPr>
          <p:cNvSpPr/>
          <p:nvPr/>
        </p:nvSpPr>
        <p:spPr>
          <a:xfrm>
            <a:off x="4318000" y="4000500"/>
            <a:ext cx="3556000" cy="2159000"/>
          </a:xfrm>
          <a:prstGeom prst="round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Linha fina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3FDCB86-1855-D0BD-EF5D-F2487EA558FB}"/>
              </a:ext>
            </a:extLst>
          </p:cNvPr>
          <p:cNvSpPr/>
          <p:nvPr/>
        </p:nvSpPr>
        <p:spPr>
          <a:xfrm>
            <a:off x="8255000" y="4000500"/>
            <a:ext cx="3556000" cy="2159000"/>
          </a:xfrm>
          <a:prstGeom prst="roundRect">
            <a:avLst/>
          </a:prstGeom>
          <a:solidFill>
            <a:srgbClr val="1ABC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Desdobrar</a:t>
            </a:r>
          </a:p>
        </p:txBody>
      </p:sp>
    </p:spTree>
    <p:extLst>
      <p:ext uri="{BB962C8B-B14F-4D97-AF65-F5344CB8AC3E}">
        <p14:creationId xmlns:p14="http://schemas.microsoft.com/office/powerpoint/2010/main" val="1923945781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000"/>
                            </p:stCondLst>
                            <p:childTnLst>
                              <p:par>
                                <p:cTn id="34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500"/>
                            </p:stCondLst>
                            <p:childTnLst>
                              <p:par>
                                <p:cTn id="41" presetID="4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86B2FC0F-A423-703C-975A-AD09AE5D1D60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Entrada 7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6611286-B1A8-A0FA-901F-7B9F2392488B}"/>
              </a:ext>
            </a:extLst>
          </p:cNvPr>
          <p:cNvSpPr/>
          <p:nvPr/>
        </p:nvSpPr>
        <p:spPr>
          <a:xfrm>
            <a:off x="381000" y="1270000"/>
            <a:ext cx="3556000" cy="21590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Chicote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8C19D7C-BE67-3FE8-5C42-581C8B45EF34}"/>
              </a:ext>
            </a:extLst>
          </p:cNvPr>
          <p:cNvSpPr/>
          <p:nvPr/>
        </p:nvSpPr>
        <p:spPr>
          <a:xfrm>
            <a:off x="4318000" y="1270000"/>
            <a:ext cx="3556000" cy="2159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Subir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62FE3E6-7CA8-812F-F6FA-3339707A1B73}"/>
              </a:ext>
            </a:extLst>
          </p:cNvPr>
          <p:cNvSpPr/>
          <p:nvPr/>
        </p:nvSpPr>
        <p:spPr>
          <a:xfrm>
            <a:off x="8255000" y="1270000"/>
            <a:ext cx="3556000" cy="2159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Revolução central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EF10359-3366-B929-A532-AF4D908EFCB1}"/>
              </a:ext>
            </a:extLst>
          </p:cNvPr>
          <p:cNvSpPr/>
          <p:nvPr/>
        </p:nvSpPr>
        <p:spPr>
          <a:xfrm>
            <a:off x="381000" y="4000500"/>
            <a:ext cx="3556000" cy="21590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Giro esmaecido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ECA093B-588E-CD1E-DFE8-642008B6943A}"/>
              </a:ext>
            </a:extLst>
          </p:cNvPr>
          <p:cNvSpPr/>
          <p:nvPr/>
        </p:nvSpPr>
        <p:spPr>
          <a:xfrm>
            <a:off x="4318000" y="4000500"/>
            <a:ext cx="3556000" cy="2159000"/>
          </a:xfrm>
          <a:prstGeom prst="roundRect">
            <a:avLst/>
          </a:prstGeom>
          <a:solidFill>
            <a:srgbClr val="F39C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Descer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328EA94-5DF0-9883-8C2E-AAFEF743026B}"/>
              </a:ext>
            </a:extLst>
          </p:cNvPr>
          <p:cNvSpPr/>
          <p:nvPr/>
        </p:nvSpPr>
        <p:spPr>
          <a:xfrm>
            <a:off x="8255000" y="4000500"/>
            <a:ext cx="3556000" cy="2159000"/>
          </a:xfrm>
          <a:prstGeom prst="roundRect">
            <a:avLst/>
          </a:prstGeom>
          <a:solidFill>
            <a:srgbClr val="16A0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Estilingue</a:t>
            </a:r>
          </a:p>
        </p:txBody>
      </p:sp>
    </p:spTree>
    <p:extLst>
      <p:ext uri="{BB962C8B-B14F-4D97-AF65-F5344CB8AC3E}">
        <p14:creationId xmlns:p14="http://schemas.microsoft.com/office/powerpoint/2010/main" val="3777567054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00"/>
                            </p:stCondLst>
                            <p:childTnLst>
                              <p:par>
                                <p:cTn id="19" presetID="4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800"/>
                            </p:stCondLst>
                            <p:childTnLst>
                              <p:par>
                                <p:cTn id="27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800"/>
                            </p:stCondLst>
                            <p:childTnLst>
                              <p:par>
                                <p:cTn id="3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800"/>
                            </p:stCondLst>
                            <p:childTnLst>
                              <p:par>
                                <p:cTn id="39" presetID="4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53CD608A-D8EC-6717-716F-A43664ACA54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Entrada 8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73DEF956-5FD6-8036-41D9-8474FD0A0AB4}"/>
              </a:ext>
            </a:extLst>
          </p:cNvPr>
          <p:cNvSpPr/>
          <p:nvPr/>
        </p:nvSpPr>
        <p:spPr>
          <a:xfrm>
            <a:off x="381000" y="1270000"/>
            <a:ext cx="3556000" cy="2159000"/>
          </a:xfrm>
          <a:prstGeom prst="roundRect">
            <a:avLst/>
          </a:prstGeom>
          <a:solidFill>
            <a:srgbClr val="2C3E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Girador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07254BA8-D4C8-D050-A1CA-5712F68A3E5C}"/>
              </a:ext>
            </a:extLst>
          </p:cNvPr>
          <p:cNvSpPr/>
          <p:nvPr/>
        </p:nvSpPr>
        <p:spPr>
          <a:xfrm>
            <a:off x="4318000" y="1270000"/>
            <a:ext cx="3556000" cy="2159000"/>
          </a:xfrm>
          <a:prstGeom prst="roundRect">
            <a:avLst/>
          </a:prstGeom>
          <a:solidFill>
            <a:srgbClr val="D35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Comprimir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67EC94A-47CD-2674-C554-6C472115BD72}"/>
              </a:ext>
            </a:extLst>
          </p:cNvPr>
          <p:cNvSpPr/>
          <p:nvPr/>
        </p:nvSpPr>
        <p:spPr>
          <a:xfrm>
            <a:off x="8255000" y="1270000"/>
            <a:ext cx="3556000" cy="2159000"/>
          </a:xfrm>
          <a:prstGeom prst="roundRect">
            <a:avLst/>
          </a:prstGeom>
          <a:solidFill>
            <a:srgbClr val="7F8C8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Zíper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BD07ADC-931E-8895-3D09-CC4A1C1AC255}"/>
              </a:ext>
            </a:extLst>
          </p:cNvPr>
          <p:cNvSpPr/>
          <p:nvPr/>
        </p:nvSpPr>
        <p:spPr>
          <a:xfrm>
            <a:off x="381000" y="4000500"/>
            <a:ext cx="3556000" cy="21590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Arco p/ cima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2D1A9DC-DE6A-B947-0BBB-19C50E25657C}"/>
              </a:ext>
            </a:extLst>
          </p:cNvPr>
          <p:cNvSpPr/>
          <p:nvPr/>
        </p:nvSpPr>
        <p:spPr>
          <a:xfrm>
            <a:off x="4318000" y="4000500"/>
            <a:ext cx="3556000" cy="2159000"/>
          </a:xfrm>
          <a:prstGeom prst="round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Zoom esmaecido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5D4AADE-D3C5-EC83-732C-3FB4CA36C014}"/>
              </a:ext>
            </a:extLst>
          </p:cNvPr>
          <p:cNvSpPr/>
          <p:nvPr/>
        </p:nvSpPr>
        <p:spPr>
          <a:xfrm>
            <a:off x="8255000" y="4000500"/>
            <a:ext cx="3556000" cy="2159000"/>
          </a:xfrm>
          <a:prstGeom prst="roundRect">
            <a:avLst/>
          </a:prstGeom>
          <a:solidFill>
            <a:srgbClr val="1ABC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Deslizar</a:t>
            </a:r>
          </a:p>
        </p:txBody>
      </p:sp>
    </p:spTree>
    <p:extLst>
      <p:ext uri="{BB962C8B-B14F-4D97-AF65-F5344CB8AC3E}">
        <p14:creationId xmlns:p14="http://schemas.microsoft.com/office/powerpoint/2010/main" val="2682834048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7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770" decel="100000"/>
                                        <p:tgtEl>
                                          <p:spTgt spid="5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3" dur="77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5" dur="77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500"/>
                            </p:stCondLst>
                            <p:childTnLst>
                              <p:par>
                                <p:cTn id="28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5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0"/>
                            </p:stCondLst>
                            <p:childTnLst>
                              <p:par>
                                <p:cTn id="40" presetID="54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692D90AF-1AC4-5E5F-92A9-5A08F0F051A2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Entrada 9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09A59F7E-DF88-9246-40D5-B27098883108}"/>
              </a:ext>
            </a:extLst>
          </p:cNvPr>
          <p:cNvSpPr/>
          <p:nvPr/>
        </p:nvSpPr>
        <p:spPr>
          <a:xfrm>
            <a:off x="381000" y="1270000"/>
            <a:ext cx="3556000" cy="21590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Expandir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D034798-DAF2-19DD-717E-A7AFBDE1AACB}"/>
              </a:ext>
            </a:extLst>
          </p:cNvPr>
          <p:cNvSpPr/>
          <p:nvPr/>
        </p:nvSpPr>
        <p:spPr>
          <a:xfrm>
            <a:off x="4318000" y="1270000"/>
            <a:ext cx="3556000" cy="2159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Inverter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573F7B4-214F-43B8-6760-5B582FE8FF25}"/>
              </a:ext>
            </a:extLst>
          </p:cNvPr>
          <p:cNvSpPr/>
          <p:nvPr/>
        </p:nvSpPr>
        <p:spPr>
          <a:xfrm>
            <a:off x="8255000" y="1270000"/>
            <a:ext cx="3556000" cy="2159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Dobrar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87DADBC-42B2-D202-C710-5FED9A26D5FC}"/>
              </a:ext>
            </a:extLst>
          </p:cNvPr>
          <p:cNvSpPr/>
          <p:nvPr/>
        </p:nvSpPr>
        <p:spPr>
          <a:xfrm>
            <a:off x="381000" y="4000500"/>
            <a:ext cx="3556000" cy="21590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Cintilar</a:t>
            </a:r>
          </a:p>
        </p:txBody>
      </p:sp>
    </p:spTree>
    <p:extLst>
      <p:ext uri="{BB962C8B-B14F-4D97-AF65-F5344CB8AC3E}">
        <p14:creationId xmlns:p14="http://schemas.microsoft.com/office/powerpoint/2010/main" val="24046938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700"/>
                            </p:stCondLst>
                            <p:childTnLst>
                              <p:par>
                                <p:cTn id="18" presetID="58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200"/>
                            </p:stCondLst>
                            <p:childTnLst>
                              <p:par>
                                <p:cTn id="26" presetID="36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2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2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2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3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</Words>
  <Application>Microsoft Office PowerPoint</Application>
  <PresentationFormat>Personalizar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Kono</dc:creator>
  <cp:lastModifiedBy>Eric Kono</cp:lastModifiedBy>
  <cp:revision>1</cp:revision>
  <dcterms:created xsi:type="dcterms:W3CDTF">2026-10-05T20:53:23Z</dcterms:created>
  <dcterms:modified xsi:type="dcterms:W3CDTF">2026-10-05T20:53:23Z</dcterms:modified>
</cp:coreProperties>
</file>