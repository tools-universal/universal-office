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B6E73-9C85-C4E3-05A4-5484D8486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0C4E81-9247-71CD-8A2B-FEAB06C4F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F1623E-693D-C47B-E855-7001AB0D1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F77287-E4E4-B037-683B-D19B08D0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FF0B2-EFE4-B290-8AF8-0D7F2D03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324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37249-0509-C462-75FC-E8E065F5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C70514-61CE-0CAB-162C-3685CD0A7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1761FB-E6BD-01DC-C9AB-4E592692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2E614D-DACE-BAEC-3B8E-F41CC9F2E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DE6ABE-C0CB-AFF1-28AD-74F9CDA8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8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FCF07-3C03-295F-78CD-49CA364C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76C6C2-D0CF-E042-46D9-500DF8954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5B1F4C-E429-40AC-E745-3DBA353B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C19721-D911-E41A-1508-B1F6AD0F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0D9DE4-E80A-3B68-E8D8-04BEC7AD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57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80596-A52A-3A4B-95EF-86A1833C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37071-FDAD-5CF9-9730-642A6171D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BB88EF-9D79-2248-6009-1BA8E59EE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D1392F-5E7B-6AA9-754B-BF2599FF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F67905-4773-E6B7-F34B-1A6DDFAE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B6E201-A7A0-CCCF-6DDC-6BE758CB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88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52CDA-DCB7-0351-91E1-9C4FDF03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ED6840-B573-4A65-4A58-A11E257A8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F34CBE-57C7-A46B-F478-818E15A0B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43AE17-4AD3-67FD-7909-3EA831AD1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70AC193-28D0-B8B4-0A7A-8BE70642E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F6991E-A1F9-5384-50F9-D44ECA54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29F550-B4E9-C5B8-7339-064C3C87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6CA910-9638-0DAC-E430-B1F9F452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26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2E328-1DF8-1659-4ACC-606C47CA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C6C326-EEDE-1C4F-B98E-9AEB6A47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9C6CF04-0143-FCF8-4565-5D2385579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6CABDC-7CDD-1E24-94A3-DB51919D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2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F4CE43-30EC-20DD-41F5-1DA858A4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BCA5D9-B0C1-0AE1-BB23-E786F6D7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022815-88B6-8D34-E34E-1B81D25B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3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29562-F243-7576-8DCA-C9765605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F30043-10A6-E53F-39C2-88D22714E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A93EC5-26E0-E896-6E31-2D33475A2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5FF4EF-EB4A-70CC-17CC-3A404E9BD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BA4E66-31EE-A019-58BB-19727175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F492B5-3D91-3793-E1CD-D50A60D1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47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4EC59-BAA2-BC9D-0C38-BC12F370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D47C51-2AE7-CF5F-4F12-EC39C9E708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4C2635-481D-A2D6-A6E1-ABDA731D9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63A13B-0C7D-E2CF-F332-A03D9940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D6644A-B789-C01D-45C0-040DBEB8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DAF211-8F21-5C5A-3628-C3F5340E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19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01D65-74D1-1D88-6C4D-BEFD0C8D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75B69D-468B-7356-053E-06A65C0F3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8F04C1-A4B8-EA23-56F0-6BAF294D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8338F1-F240-4A69-D5B8-B1A6820A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DE3A5D-F571-5E37-74F7-E532D8E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665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154799-6DDC-8DFB-BB74-12909B515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8E9D08-3A55-03FC-7246-FE8A92333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B93D81-9CAD-100D-6961-0801CE295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E7BB45-B621-1C10-C7DE-D4A5E18A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7DC453-1279-49AC-034B-E9C65773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98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B40DD2-924C-AE8B-EB9F-C34E16C3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2AAC09-103F-F37E-4350-620B68F24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BF0365-81B6-9AAE-633C-AF2DFBF9D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7F3E-F3E5-4009-8CBB-AD27709B5038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18FB53-B006-C791-0B74-B019961C2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96B725-AB58-5B62-D0A2-701A1B500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7BAA2-FD4E-46BC-BC43-F6B35F8C7D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64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C4B5E03-745F-0ED7-F36E-B5C7217F57A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Texto por parágrafo (esmaecer)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8360C9E-CC2C-A1B5-B044-0260F6C2D5CC}"/>
              </a:ext>
            </a:extLst>
          </p:cNvPr>
          <p:cNvSpPr txBox="1"/>
          <p:nvPr/>
        </p:nvSpPr>
        <p:spPr>
          <a:xfrm>
            <a:off x="762000" y="1270000"/>
            <a:ext cx="10668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Primeiro tópico do parágrafo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Segundo tópico, um pouco maior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Terceiro tópico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Quarto tópico com palavras extras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Quinto e último</a:t>
            </a:r>
          </a:p>
        </p:txBody>
      </p:sp>
    </p:spTree>
    <p:extLst>
      <p:ext uri="{BB962C8B-B14F-4D97-AF65-F5344CB8AC3E}">
        <p14:creationId xmlns:p14="http://schemas.microsoft.com/office/powerpoint/2010/main" val="398163363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F6BBF16-4262-2071-125E-2B82A9D115A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Surgir por parágrafo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56C1A9-990C-45AB-33C1-9EB4BAA7EF44}"/>
              </a:ext>
            </a:extLst>
          </p:cNvPr>
          <p:cNvSpPr txBox="1"/>
          <p:nvPr/>
        </p:nvSpPr>
        <p:spPr>
          <a:xfrm>
            <a:off x="762000" y="1270000"/>
            <a:ext cx="10668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Primeiro tópico do parágrafo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Segundo tópico, um pouco maior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Terceiro tópico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Quarto tópico com palavras extras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Quinto e último</a:t>
            </a:r>
          </a:p>
        </p:txBody>
      </p:sp>
    </p:spTree>
    <p:extLst>
      <p:ext uri="{BB962C8B-B14F-4D97-AF65-F5344CB8AC3E}">
        <p14:creationId xmlns:p14="http://schemas.microsoft.com/office/powerpoint/2010/main" val="296856652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33BE23C-71E6-C3DB-C4A6-CA606F4F9E2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Surgir por PALAVRA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C7DAD2-F3DE-80F7-70CB-37565CD50879}"/>
              </a:ext>
            </a:extLst>
          </p:cNvPr>
          <p:cNvSpPr txBox="1"/>
          <p:nvPr/>
        </p:nvSpPr>
        <p:spPr>
          <a:xfrm>
            <a:off x="762000" y="1778000"/>
            <a:ext cx="10668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000">
                <a:solidFill>
                  <a:srgbClr val="2980B9"/>
                </a:solidFill>
              </a:rPr>
              <a:t>Cada palavra desta frase entra separadamente na tela</a:t>
            </a:r>
          </a:p>
        </p:txBody>
      </p:sp>
    </p:spTree>
    <p:extLst>
      <p:ext uri="{BB962C8B-B14F-4D97-AF65-F5344CB8AC3E}">
        <p14:creationId xmlns:p14="http://schemas.microsoft.com/office/powerpoint/2010/main" val="11332596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42D18D0-9262-FBEB-B290-95D541458C1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Aparecer por LETRA + esmaecer por letra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2141D9B-82ED-86D3-444F-ABABAB07AB7B}"/>
              </a:ext>
            </a:extLst>
          </p:cNvPr>
          <p:cNvSpPr txBox="1"/>
          <p:nvPr/>
        </p:nvSpPr>
        <p:spPr>
          <a:xfrm>
            <a:off x="762000" y="1397000"/>
            <a:ext cx="1066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600">
                <a:solidFill>
                  <a:srgbClr val="1E1E1E"/>
                </a:solidFill>
              </a:rPr>
              <a:t>Máquina de escrever: letra a letra.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656F74-AB93-9AB6-BB52-7499A460B212}"/>
              </a:ext>
            </a:extLst>
          </p:cNvPr>
          <p:cNvSpPr txBox="1"/>
          <p:nvPr/>
        </p:nvSpPr>
        <p:spPr>
          <a:xfrm>
            <a:off x="762000" y="3556000"/>
            <a:ext cx="1066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600">
                <a:solidFill>
                  <a:srgbClr val="C0392B"/>
                </a:solidFill>
              </a:rPr>
              <a:t>Esmaecer por letra, suave</a:t>
            </a:r>
          </a:p>
        </p:txBody>
      </p:sp>
    </p:spTree>
    <p:extLst>
      <p:ext uri="{BB962C8B-B14F-4D97-AF65-F5344CB8AC3E}">
        <p14:creationId xmlns:p14="http://schemas.microsoft.com/office/powerpoint/2010/main" val="3412183528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501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D0F1563-4639-B9E5-0C7C-040A9DD0FCE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Escurecer após animação (dim)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6A9395-0F42-66C8-1BC8-CF8271D4CEE1}"/>
              </a:ext>
            </a:extLst>
          </p:cNvPr>
          <p:cNvSpPr txBox="1"/>
          <p:nvPr/>
        </p:nvSpPr>
        <p:spPr>
          <a:xfrm>
            <a:off x="762000" y="1270000"/>
            <a:ext cx="10668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Primeiro tópico do parágrafo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Segundo tópico, um pouco maior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Terceiro tópico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Quarto tópico com palavras extras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Quinto e último</a:t>
            </a:r>
          </a:p>
        </p:txBody>
      </p:sp>
    </p:spTree>
    <p:extLst>
      <p:ext uri="{BB962C8B-B14F-4D97-AF65-F5344CB8AC3E}">
        <p14:creationId xmlns:p14="http://schemas.microsoft.com/office/powerpoint/2010/main" val="333372529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EBEB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EBEB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EBEB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EBEB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EBEB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D9591D3-F807-6B70-CF1E-418A7192914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Ocultar após animação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EAE76D-4360-0615-50E3-5CD1CE9DFDD8}"/>
              </a:ext>
            </a:extLst>
          </p:cNvPr>
          <p:cNvSpPr txBox="1"/>
          <p:nvPr/>
        </p:nvSpPr>
        <p:spPr>
          <a:xfrm>
            <a:off x="762000" y="1270000"/>
            <a:ext cx="10668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Primeiro tópico do parágrafo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Segundo tópico, um pouco maior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Terceiro tópico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Quarto tópico com palavras extras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Quinto e último</a:t>
            </a:r>
          </a:p>
        </p:txBody>
      </p:sp>
    </p:spTree>
    <p:extLst>
      <p:ext uri="{BB962C8B-B14F-4D97-AF65-F5344CB8AC3E}">
        <p14:creationId xmlns:p14="http://schemas.microsoft.com/office/powerpoint/2010/main" val="1058978349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4D3EC1C-8855-9237-659B-93B91794ED2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Parágrafos em ordem reversa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2B63FB-D4ED-7D7A-B505-5B57157ACDA5}"/>
              </a:ext>
            </a:extLst>
          </p:cNvPr>
          <p:cNvSpPr txBox="1"/>
          <p:nvPr/>
        </p:nvSpPr>
        <p:spPr>
          <a:xfrm>
            <a:off x="762000" y="1270000"/>
            <a:ext cx="10668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Primeiro tópico do parágrafo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Segundo tópico, um pouco maior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Terceiro tópico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Quarto tópico com palavras extras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Quinto e último</a:t>
            </a:r>
          </a:p>
        </p:txBody>
      </p:sp>
    </p:spTree>
    <p:extLst>
      <p:ext uri="{BB962C8B-B14F-4D97-AF65-F5344CB8AC3E}">
        <p14:creationId xmlns:p14="http://schemas.microsoft.com/office/powerpoint/2010/main" val="112362390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rev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9443F74-C8B6-A92C-244A-760DB8D0FA4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Ênfase em texto (onda, cor por palavra)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6045D8-AE09-335B-F203-56E19E901F28}"/>
              </a:ext>
            </a:extLst>
          </p:cNvPr>
          <p:cNvSpPr txBox="1"/>
          <p:nvPr/>
        </p:nvSpPr>
        <p:spPr>
          <a:xfrm>
            <a:off x="762000" y="1524000"/>
            <a:ext cx="1066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400">
                <a:solidFill>
                  <a:srgbClr val="27AE60"/>
                </a:solidFill>
              </a:rPr>
              <a:t>Onda percorrendo as letras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3D2F6-FD26-AC2E-AF6D-1E35DC8437E4}"/>
              </a:ext>
            </a:extLst>
          </p:cNvPr>
          <p:cNvSpPr txBox="1"/>
          <p:nvPr/>
        </p:nvSpPr>
        <p:spPr>
          <a:xfrm>
            <a:off x="762000" y="3810000"/>
            <a:ext cx="1066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600">
                <a:solidFill>
                  <a:srgbClr val="1E1E1E"/>
                </a:solidFill>
              </a:rPr>
              <a:t>Cor da fonte muda palavra por palavra</a:t>
            </a:r>
          </a:p>
        </p:txBody>
      </p:sp>
    </p:spTree>
    <p:extLst>
      <p:ext uri="{BB962C8B-B14F-4D97-AF65-F5344CB8AC3E}">
        <p14:creationId xmlns:p14="http://schemas.microsoft.com/office/powerpoint/2010/main" val="132879291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600"/>
                            </p:stCondLst>
                            <p:childTnLst>
                              <p:par>
                                <p:cTn id="1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F159850-625F-2E1E-B0E4-6EFA61B3938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Lista com níveis (por 2º nível)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94CA0A-D09C-B791-40A4-94F94B2C5314}"/>
              </a:ext>
            </a:extLst>
          </p:cNvPr>
          <p:cNvSpPr txBox="1"/>
          <p:nvPr/>
        </p:nvSpPr>
        <p:spPr>
          <a:xfrm>
            <a:off x="762000" y="1270000"/>
            <a:ext cx="10668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Nível 1 — A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Nível 2 — A.1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Nível 2 — A.2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Nível 1 — B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sz="2800">
                <a:solidFill>
                  <a:srgbClr val="1E1E1E"/>
                </a:solidFill>
              </a:rPr>
              <a:t>Nível 2 — B.1</a:t>
            </a:r>
          </a:p>
        </p:txBody>
      </p:sp>
    </p:spTree>
    <p:extLst>
      <p:ext uri="{BB962C8B-B14F-4D97-AF65-F5344CB8AC3E}">
        <p14:creationId xmlns:p14="http://schemas.microsoft.com/office/powerpoint/2010/main" val="396982197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Personalizar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2026-10-05T20:53:29Z</dcterms:created>
  <dcterms:modified xsi:type="dcterms:W3CDTF">2026-10-05T20:53:29Z</dcterms:modified>
</cp:coreProperties>
</file>