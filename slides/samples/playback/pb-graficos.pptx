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84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23-4BAA-BB5A-D33064D405EF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Série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23-4BAA-BB5A-D33064D405EF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Série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323-4BAA-BB5A-D33064D405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23311567"/>
        <c:axId val="1802368400"/>
      </c:barChart>
      <c:catAx>
        <c:axId val="14233115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802368400"/>
        <c:crosses val="autoZero"/>
        <c:auto val="1"/>
        <c:lblAlgn val="ctr"/>
        <c:lblOffset val="100"/>
        <c:noMultiLvlLbl val="0"/>
      </c:catAx>
      <c:valAx>
        <c:axId val="1802368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4233115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F4-44F8-AF24-D09CC48D8616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Série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7F4-44F8-AF24-D09CC48D8616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Série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7F4-44F8-AF24-D09CC48D86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98300832"/>
        <c:axId val="1802381840"/>
      </c:barChart>
      <c:catAx>
        <c:axId val="17983008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802381840"/>
        <c:crosses val="autoZero"/>
        <c:auto val="1"/>
        <c:lblAlgn val="ctr"/>
        <c:lblOffset val="100"/>
        <c:noMultiLvlLbl val="0"/>
      </c:catAx>
      <c:valAx>
        <c:axId val="1802381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7983008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CA-44E1-AEB5-37F3B78B336E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Série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BCA-44E1-AEB5-37F3B78B336E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Série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BCA-44E1-AEB5-37F3B78B33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89636815"/>
        <c:axId val="1802370800"/>
      </c:barChart>
      <c:catAx>
        <c:axId val="15896368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802370800"/>
        <c:crosses val="autoZero"/>
        <c:auto val="1"/>
        <c:lblAlgn val="ctr"/>
        <c:lblOffset val="100"/>
        <c:noMultiLvlLbl val="0"/>
      </c:catAx>
      <c:valAx>
        <c:axId val="18023708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5896368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tx>
            <c:strRef>
              <c:f>Planilha1!$B$1</c:f>
              <c:strCache>
                <c:ptCount val="1"/>
                <c:pt idx="0">
                  <c:v>Vendas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Planilha1!$A$2:$A$5</c:f>
              <c:strCache>
                <c:ptCount val="4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F6-43F8-AFB4-1445102708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Série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0A2-47C3-891B-6D0CF0658A20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Série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0A2-47C3-891B-6D0CF0658A20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Série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0A2-47C3-891B-6D0CF0658A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38810944"/>
        <c:axId val="1802388560"/>
      </c:lineChart>
      <c:catAx>
        <c:axId val="1938810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802388560"/>
        <c:crosses val="autoZero"/>
        <c:auto val="1"/>
        <c:lblAlgn val="ctr"/>
        <c:lblOffset val="100"/>
        <c:noMultiLvlLbl val="0"/>
      </c:catAx>
      <c:valAx>
        <c:axId val="18023885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938810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2335DD-2631-49C1-B3FC-0AD8F28096C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pt-BR"/>
        </a:p>
      </dgm:t>
    </dgm:pt>
    <dgm:pt modelId="{3E69DE25-CD78-466C-9A44-56AD7C671CE0}">
      <dgm:prSet phldrT="[Texto]" phldr="1"/>
      <dgm:spPr/>
      <dgm:t>
        <a:bodyPr/>
        <a:lstStyle/>
        <a:p>
          <a:endParaRPr lang="pt-BR"/>
        </a:p>
      </dgm:t>
    </dgm:pt>
    <dgm:pt modelId="{3D820239-D7D6-416C-B9A9-2342A6939871}" type="parTrans" cxnId="{F6F58426-C8EB-467A-9F64-80A44411BEDC}">
      <dgm:prSet/>
      <dgm:spPr/>
      <dgm:t>
        <a:bodyPr/>
        <a:lstStyle/>
        <a:p>
          <a:endParaRPr lang="pt-BR"/>
        </a:p>
      </dgm:t>
    </dgm:pt>
    <dgm:pt modelId="{CD9861EC-4953-4A87-97BB-5751C834C181}" type="sibTrans" cxnId="{F6F58426-C8EB-467A-9F64-80A44411BEDC}">
      <dgm:prSet/>
      <dgm:spPr/>
      <dgm:t>
        <a:bodyPr/>
        <a:lstStyle/>
        <a:p>
          <a:endParaRPr lang="pt-BR"/>
        </a:p>
      </dgm:t>
    </dgm:pt>
    <dgm:pt modelId="{A9709FFE-1720-466F-84C7-A13DC9F114E2}">
      <dgm:prSet phldrT="[Texto]" phldr="1"/>
      <dgm:spPr/>
      <dgm:t>
        <a:bodyPr/>
        <a:lstStyle/>
        <a:p>
          <a:endParaRPr lang="pt-BR"/>
        </a:p>
      </dgm:t>
    </dgm:pt>
    <dgm:pt modelId="{7972C39E-1192-481F-9FE0-4FB5BA2CD1DF}" type="parTrans" cxnId="{9A04F26D-A04C-429D-9837-9BB12BB5D289}">
      <dgm:prSet/>
      <dgm:spPr/>
      <dgm:t>
        <a:bodyPr/>
        <a:lstStyle/>
        <a:p>
          <a:endParaRPr lang="pt-BR"/>
        </a:p>
      </dgm:t>
    </dgm:pt>
    <dgm:pt modelId="{FFE1EF4F-13E8-4ECF-8323-10811870069F}" type="sibTrans" cxnId="{9A04F26D-A04C-429D-9837-9BB12BB5D289}">
      <dgm:prSet/>
      <dgm:spPr/>
      <dgm:t>
        <a:bodyPr/>
        <a:lstStyle/>
        <a:p>
          <a:endParaRPr lang="pt-BR"/>
        </a:p>
      </dgm:t>
    </dgm:pt>
    <dgm:pt modelId="{79BCEE6D-B42A-4678-97C8-27AE870035EE}">
      <dgm:prSet phldrT="[Texto]" phldr="1"/>
      <dgm:spPr/>
      <dgm:t>
        <a:bodyPr/>
        <a:lstStyle/>
        <a:p>
          <a:endParaRPr lang="pt-BR"/>
        </a:p>
      </dgm:t>
    </dgm:pt>
    <dgm:pt modelId="{8420E9C7-9715-42BA-BCDC-D243B1CE00CA}" type="parTrans" cxnId="{55776A31-F851-4657-A9CC-FD9FB0E109C8}">
      <dgm:prSet/>
      <dgm:spPr/>
      <dgm:t>
        <a:bodyPr/>
        <a:lstStyle/>
        <a:p>
          <a:endParaRPr lang="pt-BR"/>
        </a:p>
      </dgm:t>
    </dgm:pt>
    <dgm:pt modelId="{F7250B52-5B58-476D-B480-F77F716C875C}" type="sibTrans" cxnId="{55776A31-F851-4657-A9CC-FD9FB0E109C8}">
      <dgm:prSet/>
      <dgm:spPr/>
      <dgm:t>
        <a:bodyPr/>
        <a:lstStyle/>
        <a:p>
          <a:endParaRPr lang="pt-BR"/>
        </a:p>
      </dgm:t>
    </dgm:pt>
    <dgm:pt modelId="{E703B57B-1053-4D58-B6E3-805DC0001A82}">
      <dgm:prSet phldrT="[Texto]" phldr="1"/>
      <dgm:spPr/>
      <dgm:t>
        <a:bodyPr/>
        <a:lstStyle/>
        <a:p>
          <a:endParaRPr lang="pt-BR"/>
        </a:p>
      </dgm:t>
    </dgm:pt>
    <dgm:pt modelId="{084886E8-DF76-4379-A849-968D4A73F08A}" type="parTrans" cxnId="{D0FB4142-251C-48DC-B37B-F745C46EE52E}">
      <dgm:prSet/>
      <dgm:spPr/>
      <dgm:t>
        <a:bodyPr/>
        <a:lstStyle/>
        <a:p>
          <a:endParaRPr lang="pt-BR"/>
        </a:p>
      </dgm:t>
    </dgm:pt>
    <dgm:pt modelId="{DAF4EAF3-5AA4-4C81-9309-E5538B4B764D}" type="sibTrans" cxnId="{D0FB4142-251C-48DC-B37B-F745C46EE52E}">
      <dgm:prSet/>
      <dgm:spPr/>
      <dgm:t>
        <a:bodyPr/>
        <a:lstStyle/>
        <a:p>
          <a:endParaRPr lang="pt-BR"/>
        </a:p>
      </dgm:t>
    </dgm:pt>
    <dgm:pt modelId="{39478E5A-930C-4912-AA46-2D7D47C518F0}">
      <dgm:prSet phldrT="[Texto]" phldr="1"/>
      <dgm:spPr/>
      <dgm:t>
        <a:bodyPr/>
        <a:lstStyle/>
        <a:p>
          <a:endParaRPr lang="pt-BR"/>
        </a:p>
      </dgm:t>
    </dgm:pt>
    <dgm:pt modelId="{C2EE6707-EA60-48A1-B66B-04689B535F89}" type="parTrans" cxnId="{6312FABB-51A9-41F3-992A-1A8F032AACF8}">
      <dgm:prSet/>
      <dgm:spPr/>
      <dgm:t>
        <a:bodyPr/>
        <a:lstStyle/>
        <a:p>
          <a:endParaRPr lang="pt-BR"/>
        </a:p>
      </dgm:t>
    </dgm:pt>
    <dgm:pt modelId="{FE411436-3ABF-446B-AC58-0BC5D97C7C88}" type="sibTrans" cxnId="{6312FABB-51A9-41F3-992A-1A8F032AACF8}">
      <dgm:prSet/>
      <dgm:spPr/>
      <dgm:t>
        <a:bodyPr/>
        <a:lstStyle/>
        <a:p>
          <a:endParaRPr lang="pt-BR"/>
        </a:p>
      </dgm:t>
    </dgm:pt>
    <dgm:pt modelId="{B0E9EB1E-49BF-4AD4-ABDA-1E3013337950}" type="pres">
      <dgm:prSet presAssocID="{472335DD-2631-49C1-B3FC-0AD8F28096CB}" presName="diagram" presStyleCnt="0">
        <dgm:presLayoutVars>
          <dgm:dir/>
          <dgm:resizeHandles val="exact"/>
        </dgm:presLayoutVars>
      </dgm:prSet>
      <dgm:spPr/>
    </dgm:pt>
    <dgm:pt modelId="{CF2DA847-6DE8-4122-9AA6-F247DC0034A6}" type="pres">
      <dgm:prSet presAssocID="{3E69DE25-CD78-466C-9A44-56AD7C671CE0}" presName="node" presStyleLbl="node1" presStyleIdx="0" presStyleCnt="5">
        <dgm:presLayoutVars>
          <dgm:bulletEnabled val="1"/>
        </dgm:presLayoutVars>
      </dgm:prSet>
      <dgm:spPr/>
    </dgm:pt>
    <dgm:pt modelId="{10EC790D-740A-427D-8A4E-B6056388AC42}" type="pres">
      <dgm:prSet presAssocID="{CD9861EC-4953-4A87-97BB-5751C834C181}" presName="sibTrans" presStyleCnt="0"/>
      <dgm:spPr/>
    </dgm:pt>
    <dgm:pt modelId="{19F4F093-CC89-44FA-8C23-E75D33806347}" type="pres">
      <dgm:prSet presAssocID="{A9709FFE-1720-466F-84C7-A13DC9F114E2}" presName="node" presStyleLbl="node1" presStyleIdx="1" presStyleCnt="5">
        <dgm:presLayoutVars>
          <dgm:bulletEnabled val="1"/>
        </dgm:presLayoutVars>
      </dgm:prSet>
      <dgm:spPr/>
    </dgm:pt>
    <dgm:pt modelId="{06C21E60-1915-4AD9-8C48-32C377373B7B}" type="pres">
      <dgm:prSet presAssocID="{FFE1EF4F-13E8-4ECF-8323-10811870069F}" presName="sibTrans" presStyleCnt="0"/>
      <dgm:spPr/>
    </dgm:pt>
    <dgm:pt modelId="{5A486ADF-F850-43B7-A258-DC267E5EC7AF}" type="pres">
      <dgm:prSet presAssocID="{79BCEE6D-B42A-4678-97C8-27AE870035EE}" presName="node" presStyleLbl="node1" presStyleIdx="2" presStyleCnt="5">
        <dgm:presLayoutVars>
          <dgm:bulletEnabled val="1"/>
        </dgm:presLayoutVars>
      </dgm:prSet>
      <dgm:spPr/>
    </dgm:pt>
    <dgm:pt modelId="{71E4C225-2BC5-42EE-ACE7-5D70E2A2B234}" type="pres">
      <dgm:prSet presAssocID="{F7250B52-5B58-476D-B480-F77F716C875C}" presName="sibTrans" presStyleCnt="0"/>
      <dgm:spPr/>
    </dgm:pt>
    <dgm:pt modelId="{8A8D949A-4F10-47BE-8CC1-371CAD7F9E47}" type="pres">
      <dgm:prSet presAssocID="{E703B57B-1053-4D58-B6E3-805DC0001A82}" presName="node" presStyleLbl="node1" presStyleIdx="3" presStyleCnt="5">
        <dgm:presLayoutVars>
          <dgm:bulletEnabled val="1"/>
        </dgm:presLayoutVars>
      </dgm:prSet>
      <dgm:spPr/>
    </dgm:pt>
    <dgm:pt modelId="{F8EBE4D1-D22F-4C6E-A655-26E2DC8B0443}" type="pres">
      <dgm:prSet presAssocID="{DAF4EAF3-5AA4-4C81-9309-E5538B4B764D}" presName="sibTrans" presStyleCnt="0"/>
      <dgm:spPr/>
    </dgm:pt>
    <dgm:pt modelId="{27AD5155-2BE9-4CAD-BA68-0F88663433DA}" type="pres">
      <dgm:prSet presAssocID="{39478E5A-930C-4912-AA46-2D7D47C518F0}" presName="node" presStyleLbl="node1" presStyleIdx="4" presStyleCnt="5">
        <dgm:presLayoutVars>
          <dgm:bulletEnabled val="1"/>
        </dgm:presLayoutVars>
      </dgm:prSet>
      <dgm:spPr/>
    </dgm:pt>
  </dgm:ptLst>
  <dgm:cxnLst>
    <dgm:cxn modelId="{E2A3E420-0CF9-426A-A3CF-E6C33610D165}" type="presOf" srcId="{472335DD-2631-49C1-B3FC-0AD8F28096CB}" destId="{B0E9EB1E-49BF-4AD4-ABDA-1E3013337950}" srcOrd="0" destOrd="0" presId="urn:microsoft.com/office/officeart/2005/8/layout/default"/>
    <dgm:cxn modelId="{F6F58426-C8EB-467A-9F64-80A44411BEDC}" srcId="{472335DD-2631-49C1-B3FC-0AD8F28096CB}" destId="{3E69DE25-CD78-466C-9A44-56AD7C671CE0}" srcOrd="0" destOrd="0" parTransId="{3D820239-D7D6-416C-B9A9-2342A6939871}" sibTransId="{CD9861EC-4953-4A87-97BB-5751C834C181}"/>
    <dgm:cxn modelId="{55776A31-F851-4657-A9CC-FD9FB0E109C8}" srcId="{472335DD-2631-49C1-B3FC-0AD8F28096CB}" destId="{79BCEE6D-B42A-4678-97C8-27AE870035EE}" srcOrd="2" destOrd="0" parTransId="{8420E9C7-9715-42BA-BCDC-D243B1CE00CA}" sibTransId="{F7250B52-5B58-476D-B480-F77F716C875C}"/>
    <dgm:cxn modelId="{3A0B1940-B2BC-4B90-9A2B-0DFC8EC496FC}" type="presOf" srcId="{79BCEE6D-B42A-4678-97C8-27AE870035EE}" destId="{5A486ADF-F850-43B7-A258-DC267E5EC7AF}" srcOrd="0" destOrd="0" presId="urn:microsoft.com/office/officeart/2005/8/layout/default"/>
    <dgm:cxn modelId="{D0FB4142-251C-48DC-B37B-F745C46EE52E}" srcId="{472335DD-2631-49C1-B3FC-0AD8F28096CB}" destId="{E703B57B-1053-4D58-B6E3-805DC0001A82}" srcOrd="3" destOrd="0" parTransId="{084886E8-DF76-4379-A849-968D4A73F08A}" sibTransId="{DAF4EAF3-5AA4-4C81-9309-E5538B4B764D}"/>
    <dgm:cxn modelId="{9A04F26D-A04C-429D-9837-9BB12BB5D289}" srcId="{472335DD-2631-49C1-B3FC-0AD8F28096CB}" destId="{A9709FFE-1720-466F-84C7-A13DC9F114E2}" srcOrd="1" destOrd="0" parTransId="{7972C39E-1192-481F-9FE0-4FB5BA2CD1DF}" sibTransId="{FFE1EF4F-13E8-4ECF-8323-10811870069F}"/>
    <dgm:cxn modelId="{4B1DA150-8220-4DD2-8579-08843FAC3B3B}" type="presOf" srcId="{A9709FFE-1720-466F-84C7-A13DC9F114E2}" destId="{19F4F093-CC89-44FA-8C23-E75D33806347}" srcOrd="0" destOrd="0" presId="urn:microsoft.com/office/officeart/2005/8/layout/default"/>
    <dgm:cxn modelId="{6312FABB-51A9-41F3-992A-1A8F032AACF8}" srcId="{472335DD-2631-49C1-B3FC-0AD8F28096CB}" destId="{39478E5A-930C-4912-AA46-2D7D47C518F0}" srcOrd="4" destOrd="0" parTransId="{C2EE6707-EA60-48A1-B66B-04689B535F89}" sibTransId="{FE411436-3ABF-446B-AC58-0BC5D97C7C88}"/>
    <dgm:cxn modelId="{CF39FCE0-EC7E-4535-976E-F261BFF2BC16}" type="presOf" srcId="{E703B57B-1053-4D58-B6E3-805DC0001A82}" destId="{8A8D949A-4F10-47BE-8CC1-371CAD7F9E47}" srcOrd="0" destOrd="0" presId="urn:microsoft.com/office/officeart/2005/8/layout/default"/>
    <dgm:cxn modelId="{253501F5-14BC-465E-A862-BF37527E9F33}" type="presOf" srcId="{39478E5A-930C-4912-AA46-2D7D47C518F0}" destId="{27AD5155-2BE9-4CAD-BA68-0F88663433DA}" srcOrd="0" destOrd="0" presId="urn:microsoft.com/office/officeart/2005/8/layout/default"/>
    <dgm:cxn modelId="{CD8552FE-9DE2-4A22-9CA7-2A4CAE40A698}" type="presOf" srcId="{3E69DE25-CD78-466C-9A44-56AD7C671CE0}" destId="{CF2DA847-6DE8-4122-9AA6-F247DC0034A6}" srcOrd="0" destOrd="0" presId="urn:microsoft.com/office/officeart/2005/8/layout/default"/>
    <dgm:cxn modelId="{00628357-F135-4203-B4C6-9275260A5D7B}" type="presParOf" srcId="{B0E9EB1E-49BF-4AD4-ABDA-1E3013337950}" destId="{CF2DA847-6DE8-4122-9AA6-F247DC0034A6}" srcOrd="0" destOrd="0" presId="urn:microsoft.com/office/officeart/2005/8/layout/default"/>
    <dgm:cxn modelId="{74D8D895-0FDE-4113-826A-0250457D6941}" type="presParOf" srcId="{B0E9EB1E-49BF-4AD4-ABDA-1E3013337950}" destId="{10EC790D-740A-427D-8A4E-B6056388AC42}" srcOrd="1" destOrd="0" presId="urn:microsoft.com/office/officeart/2005/8/layout/default"/>
    <dgm:cxn modelId="{F9C38DA3-5DF9-4B54-82D7-E454B43ACCC6}" type="presParOf" srcId="{B0E9EB1E-49BF-4AD4-ABDA-1E3013337950}" destId="{19F4F093-CC89-44FA-8C23-E75D33806347}" srcOrd="2" destOrd="0" presId="urn:microsoft.com/office/officeart/2005/8/layout/default"/>
    <dgm:cxn modelId="{C14B1BE5-646E-4CA7-965A-4D3A0D091FA8}" type="presParOf" srcId="{B0E9EB1E-49BF-4AD4-ABDA-1E3013337950}" destId="{06C21E60-1915-4AD9-8C48-32C377373B7B}" srcOrd="3" destOrd="0" presId="urn:microsoft.com/office/officeart/2005/8/layout/default"/>
    <dgm:cxn modelId="{F4C9A963-9E7E-4B26-A900-AE8E7B7E2374}" type="presParOf" srcId="{B0E9EB1E-49BF-4AD4-ABDA-1E3013337950}" destId="{5A486ADF-F850-43B7-A258-DC267E5EC7AF}" srcOrd="4" destOrd="0" presId="urn:microsoft.com/office/officeart/2005/8/layout/default"/>
    <dgm:cxn modelId="{AECF7695-8603-492A-99C7-A657A2A9CFBD}" type="presParOf" srcId="{B0E9EB1E-49BF-4AD4-ABDA-1E3013337950}" destId="{71E4C225-2BC5-42EE-ACE7-5D70E2A2B234}" srcOrd="5" destOrd="0" presId="urn:microsoft.com/office/officeart/2005/8/layout/default"/>
    <dgm:cxn modelId="{28C5762C-CB23-4218-84ED-FE55C18CB782}" type="presParOf" srcId="{B0E9EB1E-49BF-4AD4-ABDA-1E3013337950}" destId="{8A8D949A-4F10-47BE-8CC1-371CAD7F9E47}" srcOrd="6" destOrd="0" presId="urn:microsoft.com/office/officeart/2005/8/layout/default"/>
    <dgm:cxn modelId="{0984B7C9-61C6-4679-9B30-4FA68C190358}" type="presParOf" srcId="{B0E9EB1E-49BF-4AD4-ABDA-1E3013337950}" destId="{F8EBE4D1-D22F-4C6E-A655-26E2DC8B0443}" srcOrd="7" destOrd="0" presId="urn:microsoft.com/office/officeart/2005/8/layout/default"/>
    <dgm:cxn modelId="{5101A970-CF33-4C6A-89BD-D78C28DA04BD}" type="presParOf" srcId="{B0E9EB1E-49BF-4AD4-ABDA-1E3013337950}" destId="{27AD5155-2BE9-4CAD-BA68-0F88663433DA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0807D18-3DAD-49E3-8BCD-1EF1655E84D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pt-BR"/>
        </a:p>
      </dgm:t>
    </dgm:pt>
    <dgm:pt modelId="{CD221486-BA76-4E90-BBDE-1D1971DD3105}">
      <dgm:prSet phldrT="[Texto]" phldr="1"/>
      <dgm:spPr/>
      <dgm:t>
        <a:bodyPr/>
        <a:lstStyle/>
        <a:p>
          <a:endParaRPr lang="pt-BR"/>
        </a:p>
      </dgm:t>
    </dgm:pt>
    <dgm:pt modelId="{1753E277-E720-4DB1-9C53-703A3D07F136}" type="parTrans" cxnId="{A817555D-457C-4B12-A3F8-BA121823E08B}">
      <dgm:prSet/>
      <dgm:spPr/>
      <dgm:t>
        <a:bodyPr/>
        <a:lstStyle/>
        <a:p>
          <a:endParaRPr lang="pt-BR"/>
        </a:p>
      </dgm:t>
    </dgm:pt>
    <dgm:pt modelId="{3F5FD97E-CD1B-4333-8A58-EE8DD671DC28}" type="sibTrans" cxnId="{A817555D-457C-4B12-A3F8-BA121823E08B}">
      <dgm:prSet/>
      <dgm:spPr/>
      <dgm:t>
        <a:bodyPr/>
        <a:lstStyle/>
        <a:p>
          <a:endParaRPr lang="pt-BR"/>
        </a:p>
      </dgm:t>
    </dgm:pt>
    <dgm:pt modelId="{C358D63B-AEFA-483E-A23A-3E8A74A79795}">
      <dgm:prSet phldrT="[Texto]" phldr="1"/>
      <dgm:spPr/>
      <dgm:t>
        <a:bodyPr/>
        <a:lstStyle/>
        <a:p>
          <a:endParaRPr lang="pt-BR"/>
        </a:p>
      </dgm:t>
    </dgm:pt>
    <dgm:pt modelId="{EA934226-447E-4C54-AD71-85D5FABC74F0}" type="parTrans" cxnId="{A68B71B8-D95A-4421-8BD5-7239CADCBF25}">
      <dgm:prSet/>
      <dgm:spPr/>
      <dgm:t>
        <a:bodyPr/>
        <a:lstStyle/>
        <a:p>
          <a:endParaRPr lang="pt-BR"/>
        </a:p>
      </dgm:t>
    </dgm:pt>
    <dgm:pt modelId="{73C80715-FF19-41AC-AF28-5E698715E295}" type="sibTrans" cxnId="{A68B71B8-D95A-4421-8BD5-7239CADCBF25}">
      <dgm:prSet/>
      <dgm:spPr/>
      <dgm:t>
        <a:bodyPr/>
        <a:lstStyle/>
        <a:p>
          <a:endParaRPr lang="pt-BR"/>
        </a:p>
      </dgm:t>
    </dgm:pt>
    <dgm:pt modelId="{0F39FF28-A854-40BC-A3CC-D7084AD7B116}">
      <dgm:prSet phldrT="[Texto]" phldr="1"/>
      <dgm:spPr/>
      <dgm:t>
        <a:bodyPr/>
        <a:lstStyle/>
        <a:p>
          <a:endParaRPr lang="pt-BR"/>
        </a:p>
      </dgm:t>
    </dgm:pt>
    <dgm:pt modelId="{1AFB4D76-AF4F-4B92-9A6A-910E7F548B05}" type="parTrans" cxnId="{A8385DD4-D3F6-45A9-A690-3DF90C6EEC11}">
      <dgm:prSet/>
      <dgm:spPr/>
      <dgm:t>
        <a:bodyPr/>
        <a:lstStyle/>
        <a:p>
          <a:endParaRPr lang="pt-BR"/>
        </a:p>
      </dgm:t>
    </dgm:pt>
    <dgm:pt modelId="{D86594AB-E3AE-4514-AD81-7ECEA8EB44EE}" type="sibTrans" cxnId="{A8385DD4-D3F6-45A9-A690-3DF90C6EEC11}">
      <dgm:prSet/>
      <dgm:spPr/>
      <dgm:t>
        <a:bodyPr/>
        <a:lstStyle/>
        <a:p>
          <a:endParaRPr lang="pt-BR"/>
        </a:p>
      </dgm:t>
    </dgm:pt>
    <dgm:pt modelId="{009F94A2-F7A1-4803-828F-1EAE1CC84682}">
      <dgm:prSet phldrT="[Texto]" phldr="1"/>
      <dgm:spPr/>
      <dgm:t>
        <a:bodyPr/>
        <a:lstStyle/>
        <a:p>
          <a:endParaRPr lang="pt-BR"/>
        </a:p>
      </dgm:t>
    </dgm:pt>
    <dgm:pt modelId="{C21EA304-65A0-4150-B575-FBA3390747AC}" type="parTrans" cxnId="{F731841A-C699-4AAD-9680-CEE39DAF9F6C}">
      <dgm:prSet/>
      <dgm:spPr/>
      <dgm:t>
        <a:bodyPr/>
        <a:lstStyle/>
        <a:p>
          <a:endParaRPr lang="pt-BR"/>
        </a:p>
      </dgm:t>
    </dgm:pt>
    <dgm:pt modelId="{01B075DE-F950-4B92-BEE9-E3F691DD0E59}" type="sibTrans" cxnId="{F731841A-C699-4AAD-9680-CEE39DAF9F6C}">
      <dgm:prSet/>
      <dgm:spPr/>
      <dgm:t>
        <a:bodyPr/>
        <a:lstStyle/>
        <a:p>
          <a:endParaRPr lang="pt-BR"/>
        </a:p>
      </dgm:t>
    </dgm:pt>
    <dgm:pt modelId="{E35DD3A9-5A25-434E-A20E-4D30DC57F0BE}">
      <dgm:prSet phldrT="[Texto]" phldr="1"/>
      <dgm:spPr/>
      <dgm:t>
        <a:bodyPr/>
        <a:lstStyle/>
        <a:p>
          <a:endParaRPr lang="pt-BR"/>
        </a:p>
      </dgm:t>
    </dgm:pt>
    <dgm:pt modelId="{AA18C43F-94EC-4CC1-949A-9B26A7B5516B}" type="parTrans" cxnId="{8B98057E-028E-4B7B-B935-7F2139686D5A}">
      <dgm:prSet/>
      <dgm:spPr/>
      <dgm:t>
        <a:bodyPr/>
        <a:lstStyle/>
        <a:p>
          <a:endParaRPr lang="pt-BR"/>
        </a:p>
      </dgm:t>
    </dgm:pt>
    <dgm:pt modelId="{EBEBDBB5-F493-46F2-A5CC-A38D22D4C2BB}" type="sibTrans" cxnId="{8B98057E-028E-4B7B-B935-7F2139686D5A}">
      <dgm:prSet/>
      <dgm:spPr/>
      <dgm:t>
        <a:bodyPr/>
        <a:lstStyle/>
        <a:p>
          <a:endParaRPr lang="pt-BR"/>
        </a:p>
      </dgm:t>
    </dgm:pt>
    <dgm:pt modelId="{A446811B-7364-42AA-99E0-F084593B3E1E}" type="pres">
      <dgm:prSet presAssocID="{10807D18-3DAD-49E3-8BCD-1EF1655E84D9}" presName="diagram" presStyleCnt="0">
        <dgm:presLayoutVars>
          <dgm:dir/>
          <dgm:resizeHandles val="exact"/>
        </dgm:presLayoutVars>
      </dgm:prSet>
      <dgm:spPr/>
    </dgm:pt>
    <dgm:pt modelId="{A7BD0B48-491B-4860-BAFD-388B407096BC}" type="pres">
      <dgm:prSet presAssocID="{CD221486-BA76-4E90-BBDE-1D1971DD3105}" presName="node" presStyleLbl="node1" presStyleIdx="0" presStyleCnt="5">
        <dgm:presLayoutVars>
          <dgm:bulletEnabled val="1"/>
        </dgm:presLayoutVars>
      </dgm:prSet>
      <dgm:spPr/>
    </dgm:pt>
    <dgm:pt modelId="{B9D32473-80C8-4BDB-9BB1-E0137AB519B4}" type="pres">
      <dgm:prSet presAssocID="{3F5FD97E-CD1B-4333-8A58-EE8DD671DC28}" presName="sibTrans" presStyleCnt="0"/>
      <dgm:spPr/>
    </dgm:pt>
    <dgm:pt modelId="{3266F482-B654-4081-9A8E-7AE72EC96866}" type="pres">
      <dgm:prSet presAssocID="{C358D63B-AEFA-483E-A23A-3E8A74A79795}" presName="node" presStyleLbl="node1" presStyleIdx="1" presStyleCnt="5">
        <dgm:presLayoutVars>
          <dgm:bulletEnabled val="1"/>
        </dgm:presLayoutVars>
      </dgm:prSet>
      <dgm:spPr/>
    </dgm:pt>
    <dgm:pt modelId="{37061782-896D-408F-A123-C7B0F34FD5AE}" type="pres">
      <dgm:prSet presAssocID="{73C80715-FF19-41AC-AF28-5E698715E295}" presName="sibTrans" presStyleCnt="0"/>
      <dgm:spPr/>
    </dgm:pt>
    <dgm:pt modelId="{924CC919-1E70-4480-982D-5CC6052C9D9B}" type="pres">
      <dgm:prSet presAssocID="{0F39FF28-A854-40BC-A3CC-D7084AD7B116}" presName="node" presStyleLbl="node1" presStyleIdx="2" presStyleCnt="5">
        <dgm:presLayoutVars>
          <dgm:bulletEnabled val="1"/>
        </dgm:presLayoutVars>
      </dgm:prSet>
      <dgm:spPr/>
    </dgm:pt>
    <dgm:pt modelId="{AE1AEDB6-53DA-4CED-B237-991FE7D4ECEB}" type="pres">
      <dgm:prSet presAssocID="{D86594AB-E3AE-4514-AD81-7ECEA8EB44EE}" presName="sibTrans" presStyleCnt="0"/>
      <dgm:spPr/>
    </dgm:pt>
    <dgm:pt modelId="{69FC44B7-118C-448F-A9F6-E09676DC9945}" type="pres">
      <dgm:prSet presAssocID="{009F94A2-F7A1-4803-828F-1EAE1CC84682}" presName="node" presStyleLbl="node1" presStyleIdx="3" presStyleCnt="5">
        <dgm:presLayoutVars>
          <dgm:bulletEnabled val="1"/>
        </dgm:presLayoutVars>
      </dgm:prSet>
      <dgm:spPr/>
    </dgm:pt>
    <dgm:pt modelId="{82AC0B91-DE9A-4EE2-BC2D-EA3C011397BF}" type="pres">
      <dgm:prSet presAssocID="{01B075DE-F950-4B92-BEE9-E3F691DD0E59}" presName="sibTrans" presStyleCnt="0"/>
      <dgm:spPr/>
    </dgm:pt>
    <dgm:pt modelId="{CA6B30C8-68C1-4514-814D-FE4D86EE0B24}" type="pres">
      <dgm:prSet presAssocID="{E35DD3A9-5A25-434E-A20E-4D30DC57F0BE}" presName="node" presStyleLbl="node1" presStyleIdx="4" presStyleCnt="5">
        <dgm:presLayoutVars>
          <dgm:bulletEnabled val="1"/>
        </dgm:presLayoutVars>
      </dgm:prSet>
      <dgm:spPr/>
    </dgm:pt>
  </dgm:ptLst>
  <dgm:cxnLst>
    <dgm:cxn modelId="{F731841A-C699-4AAD-9680-CEE39DAF9F6C}" srcId="{10807D18-3DAD-49E3-8BCD-1EF1655E84D9}" destId="{009F94A2-F7A1-4803-828F-1EAE1CC84682}" srcOrd="3" destOrd="0" parTransId="{C21EA304-65A0-4150-B575-FBA3390747AC}" sibTransId="{01B075DE-F950-4B92-BEE9-E3F691DD0E59}"/>
    <dgm:cxn modelId="{2D944437-C249-4F98-9671-9B3FEA573A03}" type="presOf" srcId="{009F94A2-F7A1-4803-828F-1EAE1CC84682}" destId="{69FC44B7-118C-448F-A9F6-E09676DC9945}" srcOrd="0" destOrd="0" presId="urn:microsoft.com/office/officeart/2005/8/layout/default"/>
    <dgm:cxn modelId="{A817555D-457C-4B12-A3F8-BA121823E08B}" srcId="{10807D18-3DAD-49E3-8BCD-1EF1655E84D9}" destId="{CD221486-BA76-4E90-BBDE-1D1971DD3105}" srcOrd="0" destOrd="0" parTransId="{1753E277-E720-4DB1-9C53-703A3D07F136}" sibTransId="{3F5FD97E-CD1B-4333-8A58-EE8DD671DC28}"/>
    <dgm:cxn modelId="{144C3271-A399-4A0A-A024-14E62BEBDE30}" type="presOf" srcId="{C358D63B-AEFA-483E-A23A-3E8A74A79795}" destId="{3266F482-B654-4081-9A8E-7AE72EC96866}" srcOrd="0" destOrd="0" presId="urn:microsoft.com/office/officeart/2005/8/layout/default"/>
    <dgm:cxn modelId="{8B98057E-028E-4B7B-B935-7F2139686D5A}" srcId="{10807D18-3DAD-49E3-8BCD-1EF1655E84D9}" destId="{E35DD3A9-5A25-434E-A20E-4D30DC57F0BE}" srcOrd="4" destOrd="0" parTransId="{AA18C43F-94EC-4CC1-949A-9B26A7B5516B}" sibTransId="{EBEBDBB5-F493-46F2-A5CC-A38D22D4C2BB}"/>
    <dgm:cxn modelId="{11584C80-FA3A-49B5-92D3-EBB7CE4D12DE}" type="presOf" srcId="{0F39FF28-A854-40BC-A3CC-D7084AD7B116}" destId="{924CC919-1E70-4480-982D-5CC6052C9D9B}" srcOrd="0" destOrd="0" presId="urn:microsoft.com/office/officeart/2005/8/layout/default"/>
    <dgm:cxn modelId="{89EB8190-B40B-480E-ABB6-AD551768558B}" type="presOf" srcId="{10807D18-3DAD-49E3-8BCD-1EF1655E84D9}" destId="{A446811B-7364-42AA-99E0-F084593B3E1E}" srcOrd="0" destOrd="0" presId="urn:microsoft.com/office/officeart/2005/8/layout/default"/>
    <dgm:cxn modelId="{A96F3B9F-829D-4567-9CEE-9423B10A49B1}" type="presOf" srcId="{E35DD3A9-5A25-434E-A20E-4D30DC57F0BE}" destId="{CA6B30C8-68C1-4514-814D-FE4D86EE0B24}" srcOrd="0" destOrd="0" presId="urn:microsoft.com/office/officeart/2005/8/layout/default"/>
    <dgm:cxn modelId="{A68B71B8-D95A-4421-8BD5-7239CADCBF25}" srcId="{10807D18-3DAD-49E3-8BCD-1EF1655E84D9}" destId="{C358D63B-AEFA-483E-A23A-3E8A74A79795}" srcOrd="1" destOrd="0" parTransId="{EA934226-447E-4C54-AD71-85D5FABC74F0}" sibTransId="{73C80715-FF19-41AC-AF28-5E698715E295}"/>
    <dgm:cxn modelId="{C4DDC9CD-C28A-4E36-A87D-40AB5D4B9B58}" type="presOf" srcId="{CD221486-BA76-4E90-BBDE-1D1971DD3105}" destId="{A7BD0B48-491B-4860-BAFD-388B407096BC}" srcOrd="0" destOrd="0" presId="urn:microsoft.com/office/officeart/2005/8/layout/default"/>
    <dgm:cxn modelId="{A8385DD4-D3F6-45A9-A690-3DF90C6EEC11}" srcId="{10807D18-3DAD-49E3-8BCD-1EF1655E84D9}" destId="{0F39FF28-A854-40BC-A3CC-D7084AD7B116}" srcOrd="2" destOrd="0" parTransId="{1AFB4D76-AF4F-4B92-9A6A-910E7F548B05}" sibTransId="{D86594AB-E3AE-4514-AD81-7ECEA8EB44EE}"/>
    <dgm:cxn modelId="{1DBA29F7-3573-4277-A485-C5B418BE5F1D}" type="presParOf" srcId="{A446811B-7364-42AA-99E0-F084593B3E1E}" destId="{A7BD0B48-491B-4860-BAFD-388B407096BC}" srcOrd="0" destOrd="0" presId="urn:microsoft.com/office/officeart/2005/8/layout/default"/>
    <dgm:cxn modelId="{DC249DC2-5E3E-4D2D-B8F4-F2DAF4D939AD}" type="presParOf" srcId="{A446811B-7364-42AA-99E0-F084593B3E1E}" destId="{B9D32473-80C8-4BDB-9BB1-E0137AB519B4}" srcOrd="1" destOrd="0" presId="urn:microsoft.com/office/officeart/2005/8/layout/default"/>
    <dgm:cxn modelId="{576B2C8F-48C0-4A79-8ACC-8C97217F02F1}" type="presParOf" srcId="{A446811B-7364-42AA-99E0-F084593B3E1E}" destId="{3266F482-B654-4081-9A8E-7AE72EC96866}" srcOrd="2" destOrd="0" presId="urn:microsoft.com/office/officeart/2005/8/layout/default"/>
    <dgm:cxn modelId="{DC55060D-6494-4CFF-BC6D-FC59184283CF}" type="presParOf" srcId="{A446811B-7364-42AA-99E0-F084593B3E1E}" destId="{37061782-896D-408F-A123-C7B0F34FD5AE}" srcOrd="3" destOrd="0" presId="urn:microsoft.com/office/officeart/2005/8/layout/default"/>
    <dgm:cxn modelId="{90230CCB-FDA4-485E-8A02-4FAEDF3F62CD}" type="presParOf" srcId="{A446811B-7364-42AA-99E0-F084593B3E1E}" destId="{924CC919-1E70-4480-982D-5CC6052C9D9B}" srcOrd="4" destOrd="0" presId="urn:microsoft.com/office/officeart/2005/8/layout/default"/>
    <dgm:cxn modelId="{9CD4ED5D-E84D-4393-9B73-3E39D5E15111}" type="presParOf" srcId="{A446811B-7364-42AA-99E0-F084593B3E1E}" destId="{AE1AEDB6-53DA-4CED-B237-991FE7D4ECEB}" srcOrd="5" destOrd="0" presId="urn:microsoft.com/office/officeart/2005/8/layout/default"/>
    <dgm:cxn modelId="{65FE88F6-80A2-4DA2-B88C-0DF5B48631D6}" type="presParOf" srcId="{A446811B-7364-42AA-99E0-F084593B3E1E}" destId="{69FC44B7-118C-448F-A9F6-E09676DC9945}" srcOrd="6" destOrd="0" presId="urn:microsoft.com/office/officeart/2005/8/layout/default"/>
    <dgm:cxn modelId="{B12ACFA2-4907-41C9-8C53-9B05B472EEBB}" type="presParOf" srcId="{A446811B-7364-42AA-99E0-F084593B3E1E}" destId="{82AC0B91-DE9A-4EE2-BC2D-EA3C011397BF}" srcOrd="7" destOrd="0" presId="urn:microsoft.com/office/officeart/2005/8/layout/default"/>
    <dgm:cxn modelId="{A8FB2E20-F3D2-47C7-B5AE-6FCF92B5290C}" type="presParOf" srcId="{A446811B-7364-42AA-99E0-F084593B3E1E}" destId="{CA6B30C8-68C1-4514-814D-FE4D86EE0B24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E038797-B85E-485E-901D-A10E4B5880A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pt-BR"/>
        </a:p>
      </dgm:t>
    </dgm:pt>
    <dgm:pt modelId="{09D2A5A9-9FB2-4237-8DB4-4671130CDCC0}">
      <dgm:prSet phldrT="[Texto]" phldr="1"/>
      <dgm:spPr/>
      <dgm:t>
        <a:bodyPr/>
        <a:lstStyle/>
        <a:p>
          <a:endParaRPr lang="pt-BR"/>
        </a:p>
      </dgm:t>
    </dgm:pt>
    <dgm:pt modelId="{000CD79A-4993-4F4E-BF56-800E17B07F96}" type="parTrans" cxnId="{84D00264-F919-41D3-B6E9-6A7E4F76976B}">
      <dgm:prSet/>
      <dgm:spPr/>
      <dgm:t>
        <a:bodyPr/>
        <a:lstStyle/>
        <a:p>
          <a:endParaRPr lang="pt-BR"/>
        </a:p>
      </dgm:t>
    </dgm:pt>
    <dgm:pt modelId="{20F1C6D5-C40D-4407-A589-2B2EC3B00777}" type="sibTrans" cxnId="{84D00264-F919-41D3-B6E9-6A7E4F76976B}">
      <dgm:prSet/>
      <dgm:spPr/>
      <dgm:t>
        <a:bodyPr/>
        <a:lstStyle/>
        <a:p>
          <a:endParaRPr lang="pt-BR"/>
        </a:p>
      </dgm:t>
    </dgm:pt>
    <dgm:pt modelId="{10911DA1-AA39-4F92-AF45-21CB62621AF3}">
      <dgm:prSet phldrT="[Texto]" phldr="1"/>
      <dgm:spPr/>
      <dgm:t>
        <a:bodyPr/>
        <a:lstStyle/>
        <a:p>
          <a:endParaRPr lang="pt-BR"/>
        </a:p>
      </dgm:t>
    </dgm:pt>
    <dgm:pt modelId="{34C48613-EB30-4521-8689-5D97E2BFDB88}" type="parTrans" cxnId="{68DF28A2-430A-4128-A01E-F197E7694DF7}">
      <dgm:prSet/>
      <dgm:spPr/>
      <dgm:t>
        <a:bodyPr/>
        <a:lstStyle/>
        <a:p>
          <a:endParaRPr lang="pt-BR"/>
        </a:p>
      </dgm:t>
    </dgm:pt>
    <dgm:pt modelId="{D5F7A8A4-71D4-4289-8BC5-213495537C2F}" type="sibTrans" cxnId="{68DF28A2-430A-4128-A01E-F197E7694DF7}">
      <dgm:prSet/>
      <dgm:spPr/>
      <dgm:t>
        <a:bodyPr/>
        <a:lstStyle/>
        <a:p>
          <a:endParaRPr lang="pt-BR"/>
        </a:p>
      </dgm:t>
    </dgm:pt>
    <dgm:pt modelId="{B2E6603F-53B1-4A40-A343-09B0A32BCDA1}">
      <dgm:prSet phldrT="[Texto]" phldr="1"/>
      <dgm:spPr/>
      <dgm:t>
        <a:bodyPr/>
        <a:lstStyle/>
        <a:p>
          <a:endParaRPr lang="pt-BR"/>
        </a:p>
      </dgm:t>
    </dgm:pt>
    <dgm:pt modelId="{3FF3D086-C950-41BB-B5C9-9F61839B6414}" type="parTrans" cxnId="{D82ECCCA-46CE-4DFD-9258-AFDA61144CB2}">
      <dgm:prSet/>
      <dgm:spPr/>
      <dgm:t>
        <a:bodyPr/>
        <a:lstStyle/>
        <a:p>
          <a:endParaRPr lang="pt-BR"/>
        </a:p>
      </dgm:t>
    </dgm:pt>
    <dgm:pt modelId="{B75DA98C-67F8-42E3-B585-09693E9759C3}" type="sibTrans" cxnId="{D82ECCCA-46CE-4DFD-9258-AFDA61144CB2}">
      <dgm:prSet/>
      <dgm:spPr/>
      <dgm:t>
        <a:bodyPr/>
        <a:lstStyle/>
        <a:p>
          <a:endParaRPr lang="pt-BR"/>
        </a:p>
      </dgm:t>
    </dgm:pt>
    <dgm:pt modelId="{AFFEEDA0-C2C9-4DA1-B670-F995E82215CB}">
      <dgm:prSet phldrT="[Texto]" phldr="1"/>
      <dgm:spPr/>
      <dgm:t>
        <a:bodyPr/>
        <a:lstStyle/>
        <a:p>
          <a:endParaRPr lang="pt-BR"/>
        </a:p>
      </dgm:t>
    </dgm:pt>
    <dgm:pt modelId="{D3D0CCF7-E0F8-43DD-8676-A5DC288FBA15}" type="parTrans" cxnId="{36A58B05-9E5F-4E97-B2EB-DC5D4823B4E7}">
      <dgm:prSet/>
      <dgm:spPr/>
      <dgm:t>
        <a:bodyPr/>
        <a:lstStyle/>
        <a:p>
          <a:endParaRPr lang="pt-BR"/>
        </a:p>
      </dgm:t>
    </dgm:pt>
    <dgm:pt modelId="{775C73DD-F55D-4464-9E2B-3FCF8A41DA12}" type="sibTrans" cxnId="{36A58B05-9E5F-4E97-B2EB-DC5D4823B4E7}">
      <dgm:prSet/>
      <dgm:spPr/>
      <dgm:t>
        <a:bodyPr/>
        <a:lstStyle/>
        <a:p>
          <a:endParaRPr lang="pt-BR"/>
        </a:p>
      </dgm:t>
    </dgm:pt>
    <dgm:pt modelId="{4567340B-691C-4359-9323-E8484CFE6D4B}">
      <dgm:prSet phldrT="[Texto]" phldr="1"/>
      <dgm:spPr/>
      <dgm:t>
        <a:bodyPr/>
        <a:lstStyle/>
        <a:p>
          <a:endParaRPr lang="pt-BR"/>
        </a:p>
      </dgm:t>
    </dgm:pt>
    <dgm:pt modelId="{5D2880DB-EC30-452E-9F6D-5C1787D68C73}" type="parTrans" cxnId="{B2A76508-F7F8-460D-A0B3-C66749B59185}">
      <dgm:prSet/>
      <dgm:spPr/>
      <dgm:t>
        <a:bodyPr/>
        <a:lstStyle/>
        <a:p>
          <a:endParaRPr lang="pt-BR"/>
        </a:p>
      </dgm:t>
    </dgm:pt>
    <dgm:pt modelId="{5B3B9F5F-99E4-4AF3-96CC-530E94BD7C6D}" type="sibTrans" cxnId="{B2A76508-F7F8-460D-A0B3-C66749B59185}">
      <dgm:prSet/>
      <dgm:spPr/>
      <dgm:t>
        <a:bodyPr/>
        <a:lstStyle/>
        <a:p>
          <a:endParaRPr lang="pt-BR"/>
        </a:p>
      </dgm:t>
    </dgm:pt>
    <dgm:pt modelId="{EDC5CCB0-F35E-4F00-8CB5-7E223E580CDD}" type="pres">
      <dgm:prSet presAssocID="{0E038797-B85E-485E-901D-A10E4B5880A9}" presName="diagram" presStyleCnt="0">
        <dgm:presLayoutVars>
          <dgm:dir/>
          <dgm:resizeHandles val="exact"/>
        </dgm:presLayoutVars>
      </dgm:prSet>
      <dgm:spPr/>
    </dgm:pt>
    <dgm:pt modelId="{23834876-64B3-4815-924F-D45BD72B4F3E}" type="pres">
      <dgm:prSet presAssocID="{09D2A5A9-9FB2-4237-8DB4-4671130CDCC0}" presName="node" presStyleLbl="node1" presStyleIdx="0" presStyleCnt="5">
        <dgm:presLayoutVars>
          <dgm:bulletEnabled val="1"/>
        </dgm:presLayoutVars>
      </dgm:prSet>
      <dgm:spPr/>
    </dgm:pt>
    <dgm:pt modelId="{F9E4265F-B535-4D32-ADF7-76C9C2C8D35F}" type="pres">
      <dgm:prSet presAssocID="{20F1C6D5-C40D-4407-A589-2B2EC3B00777}" presName="sibTrans" presStyleCnt="0"/>
      <dgm:spPr/>
    </dgm:pt>
    <dgm:pt modelId="{95C75B66-9BE1-4321-AD26-75E21D19D066}" type="pres">
      <dgm:prSet presAssocID="{10911DA1-AA39-4F92-AF45-21CB62621AF3}" presName="node" presStyleLbl="node1" presStyleIdx="1" presStyleCnt="5">
        <dgm:presLayoutVars>
          <dgm:bulletEnabled val="1"/>
        </dgm:presLayoutVars>
      </dgm:prSet>
      <dgm:spPr/>
    </dgm:pt>
    <dgm:pt modelId="{427036F5-9B23-4E56-AFF1-23FA3865CF5F}" type="pres">
      <dgm:prSet presAssocID="{D5F7A8A4-71D4-4289-8BC5-213495537C2F}" presName="sibTrans" presStyleCnt="0"/>
      <dgm:spPr/>
    </dgm:pt>
    <dgm:pt modelId="{350E6A69-CFF0-4210-981E-42CA67104E16}" type="pres">
      <dgm:prSet presAssocID="{B2E6603F-53B1-4A40-A343-09B0A32BCDA1}" presName="node" presStyleLbl="node1" presStyleIdx="2" presStyleCnt="5">
        <dgm:presLayoutVars>
          <dgm:bulletEnabled val="1"/>
        </dgm:presLayoutVars>
      </dgm:prSet>
      <dgm:spPr/>
    </dgm:pt>
    <dgm:pt modelId="{5B77C72E-D5B6-43C2-AC5A-DA683C60FF87}" type="pres">
      <dgm:prSet presAssocID="{B75DA98C-67F8-42E3-B585-09693E9759C3}" presName="sibTrans" presStyleCnt="0"/>
      <dgm:spPr/>
    </dgm:pt>
    <dgm:pt modelId="{8E4627E5-1675-4999-99ED-7972293EF4C4}" type="pres">
      <dgm:prSet presAssocID="{AFFEEDA0-C2C9-4DA1-B670-F995E82215CB}" presName="node" presStyleLbl="node1" presStyleIdx="3" presStyleCnt="5">
        <dgm:presLayoutVars>
          <dgm:bulletEnabled val="1"/>
        </dgm:presLayoutVars>
      </dgm:prSet>
      <dgm:spPr/>
    </dgm:pt>
    <dgm:pt modelId="{1B2E7184-7266-4B94-8CDE-3D74BEFCC846}" type="pres">
      <dgm:prSet presAssocID="{775C73DD-F55D-4464-9E2B-3FCF8A41DA12}" presName="sibTrans" presStyleCnt="0"/>
      <dgm:spPr/>
    </dgm:pt>
    <dgm:pt modelId="{AD1B3886-471F-4A87-9ABE-D9D04273201E}" type="pres">
      <dgm:prSet presAssocID="{4567340B-691C-4359-9323-E8484CFE6D4B}" presName="node" presStyleLbl="node1" presStyleIdx="4" presStyleCnt="5">
        <dgm:presLayoutVars>
          <dgm:bulletEnabled val="1"/>
        </dgm:presLayoutVars>
      </dgm:prSet>
      <dgm:spPr/>
    </dgm:pt>
  </dgm:ptLst>
  <dgm:cxnLst>
    <dgm:cxn modelId="{36A58B05-9E5F-4E97-B2EB-DC5D4823B4E7}" srcId="{0E038797-B85E-485E-901D-A10E4B5880A9}" destId="{AFFEEDA0-C2C9-4DA1-B670-F995E82215CB}" srcOrd="3" destOrd="0" parTransId="{D3D0CCF7-E0F8-43DD-8676-A5DC288FBA15}" sibTransId="{775C73DD-F55D-4464-9E2B-3FCF8A41DA12}"/>
    <dgm:cxn modelId="{B2A76508-F7F8-460D-A0B3-C66749B59185}" srcId="{0E038797-B85E-485E-901D-A10E4B5880A9}" destId="{4567340B-691C-4359-9323-E8484CFE6D4B}" srcOrd="4" destOrd="0" parTransId="{5D2880DB-EC30-452E-9F6D-5C1787D68C73}" sibTransId="{5B3B9F5F-99E4-4AF3-96CC-530E94BD7C6D}"/>
    <dgm:cxn modelId="{84D00264-F919-41D3-B6E9-6A7E4F76976B}" srcId="{0E038797-B85E-485E-901D-A10E4B5880A9}" destId="{09D2A5A9-9FB2-4237-8DB4-4671130CDCC0}" srcOrd="0" destOrd="0" parTransId="{000CD79A-4993-4F4E-BF56-800E17B07F96}" sibTransId="{20F1C6D5-C40D-4407-A589-2B2EC3B00777}"/>
    <dgm:cxn modelId="{457A494D-DBF8-477C-BF38-00F92127327E}" type="presOf" srcId="{09D2A5A9-9FB2-4237-8DB4-4671130CDCC0}" destId="{23834876-64B3-4815-924F-D45BD72B4F3E}" srcOrd="0" destOrd="0" presId="urn:microsoft.com/office/officeart/2005/8/layout/default"/>
    <dgm:cxn modelId="{8C317471-27AB-430E-A9BB-36D01886BD71}" type="presOf" srcId="{10911DA1-AA39-4F92-AF45-21CB62621AF3}" destId="{95C75B66-9BE1-4321-AD26-75E21D19D066}" srcOrd="0" destOrd="0" presId="urn:microsoft.com/office/officeart/2005/8/layout/default"/>
    <dgm:cxn modelId="{1E13E19E-B0B9-4BA6-8EE3-439B86325A59}" type="presOf" srcId="{B2E6603F-53B1-4A40-A343-09B0A32BCDA1}" destId="{350E6A69-CFF0-4210-981E-42CA67104E16}" srcOrd="0" destOrd="0" presId="urn:microsoft.com/office/officeart/2005/8/layout/default"/>
    <dgm:cxn modelId="{68DF28A2-430A-4128-A01E-F197E7694DF7}" srcId="{0E038797-B85E-485E-901D-A10E4B5880A9}" destId="{10911DA1-AA39-4F92-AF45-21CB62621AF3}" srcOrd="1" destOrd="0" parTransId="{34C48613-EB30-4521-8689-5D97E2BFDB88}" sibTransId="{D5F7A8A4-71D4-4289-8BC5-213495537C2F}"/>
    <dgm:cxn modelId="{F161F1B9-73D5-4510-8ECC-62F63EDF8805}" type="presOf" srcId="{AFFEEDA0-C2C9-4DA1-B670-F995E82215CB}" destId="{8E4627E5-1675-4999-99ED-7972293EF4C4}" srcOrd="0" destOrd="0" presId="urn:microsoft.com/office/officeart/2005/8/layout/default"/>
    <dgm:cxn modelId="{D82ECCCA-46CE-4DFD-9258-AFDA61144CB2}" srcId="{0E038797-B85E-485E-901D-A10E4B5880A9}" destId="{B2E6603F-53B1-4A40-A343-09B0A32BCDA1}" srcOrd="2" destOrd="0" parTransId="{3FF3D086-C950-41BB-B5C9-9F61839B6414}" sibTransId="{B75DA98C-67F8-42E3-B585-09693E9759C3}"/>
    <dgm:cxn modelId="{167C0ED6-D928-40EF-BDC9-A98FCF8DDC8D}" type="presOf" srcId="{0E038797-B85E-485E-901D-A10E4B5880A9}" destId="{EDC5CCB0-F35E-4F00-8CB5-7E223E580CDD}" srcOrd="0" destOrd="0" presId="urn:microsoft.com/office/officeart/2005/8/layout/default"/>
    <dgm:cxn modelId="{552BE5DF-4B7B-400C-968B-D3F45E60A697}" type="presOf" srcId="{4567340B-691C-4359-9323-E8484CFE6D4B}" destId="{AD1B3886-471F-4A87-9ABE-D9D04273201E}" srcOrd="0" destOrd="0" presId="urn:microsoft.com/office/officeart/2005/8/layout/default"/>
    <dgm:cxn modelId="{BD844946-4C8B-45A1-A192-59628C1D5A66}" type="presParOf" srcId="{EDC5CCB0-F35E-4F00-8CB5-7E223E580CDD}" destId="{23834876-64B3-4815-924F-D45BD72B4F3E}" srcOrd="0" destOrd="0" presId="urn:microsoft.com/office/officeart/2005/8/layout/default"/>
    <dgm:cxn modelId="{14430D41-1B20-41B3-B7E0-4062F3803A14}" type="presParOf" srcId="{EDC5CCB0-F35E-4F00-8CB5-7E223E580CDD}" destId="{F9E4265F-B535-4D32-ADF7-76C9C2C8D35F}" srcOrd="1" destOrd="0" presId="urn:microsoft.com/office/officeart/2005/8/layout/default"/>
    <dgm:cxn modelId="{A200C9F0-5C37-462E-9442-51AA74E88518}" type="presParOf" srcId="{EDC5CCB0-F35E-4F00-8CB5-7E223E580CDD}" destId="{95C75B66-9BE1-4321-AD26-75E21D19D066}" srcOrd="2" destOrd="0" presId="urn:microsoft.com/office/officeart/2005/8/layout/default"/>
    <dgm:cxn modelId="{E340D28C-3C4C-4DEE-AD99-1C1DE837E80E}" type="presParOf" srcId="{EDC5CCB0-F35E-4F00-8CB5-7E223E580CDD}" destId="{427036F5-9B23-4E56-AFF1-23FA3865CF5F}" srcOrd="3" destOrd="0" presId="urn:microsoft.com/office/officeart/2005/8/layout/default"/>
    <dgm:cxn modelId="{2664963E-40DC-4B5B-AD35-BB704843DC22}" type="presParOf" srcId="{EDC5CCB0-F35E-4F00-8CB5-7E223E580CDD}" destId="{350E6A69-CFF0-4210-981E-42CA67104E16}" srcOrd="4" destOrd="0" presId="urn:microsoft.com/office/officeart/2005/8/layout/default"/>
    <dgm:cxn modelId="{B32BD53E-4EAF-4017-982E-56CAFDFF39D0}" type="presParOf" srcId="{EDC5CCB0-F35E-4F00-8CB5-7E223E580CDD}" destId="{5B77C72E-D5B6-43C2-AC5A-DA683C60FF87}" srcOrd="5" destOrd="0" presId="urn:microsoft.com/office/officeart/2005/8/layout/default"/>
    <dgm:cxn modelId="{4B6571EE-97DD-4957-99CA-73B0B413A79D}" type="presParOf" srcId="{EDC5CCB0-F35E-4F00-8CB5-7E223E580CDD}" destId="{8E4627E5-1675-4999-99ED-7972293EF4C4}" srcOrd="6" destOrd="0" presId="urn:microsoft.com/office/officeart/2005/8/layout/default"/>
    <dgm:cxn modelId="{0290F29E-AA71-48F8-A9FD-6194E4CEF898}" type="presParOf" srcId="{EDC5CCB0-F35E-4F00-8CB5-7E223E580CDD}" destId="{1B2E7184-7266-4B94-8CDE-3D74BEFCC846}" srcOrd="7" destOrd="0" presId="urn:microsoft.com/office/officeart/2005/8/layout/default"/>
    <dgm:cxn modelId="{CAF61070-424A-427E-8179-26315289DBB0}" type="presParOf" srcId="{EDC5CCB0-F35E-4F00-8CB5-7E223E580CDD}" destId="{AD1B3886-471F-4A87-9ABE-D9D04273201E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2DA847-6DE8-4122-9AA6-F247DC0034A6}">
      <dsp:nvSpPr>
        <dsp:cNvPr id="0" name=""/>
        <dsp:cNvSpPr/>
      </dsp:nvSpPr>
      <dsp:spPr>
        <a:xfrm>
          <a:off x="0" y="349249"/>
          <a:ext cx="3174999" cy="1904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6500" kern="1200"/>
        </a:p>
      </dsp:txBody>
      <dsp:txXfrm>
        <a:off x="0" y="349249"/>
        <a:ext cx="3174999" cy="1904999"/>
      </dsp:txXfrm>
    </dsp:sp>
    <dsp:sp modelId="{19F4F093-CC89-44FA-8C23-E75D33806347}">
      <dsp:nvSpPr>
        <dsp:cNvPr id="0" name=""/>
        <dsp:cNvSpPr/>
      </dsp:nvSpPr>
      <dsp:spPr>
        <a:xfrm>
          <a:off x="3492500" y="349249"/>
          <a:ext cx="3174999" cy="1904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6500" kern="1200"/>
        </a:p>
      </dsp:txBody>
      <dsp:txXfrm>
        <a:off x="3492500" y="349249"/>
        <a:ext cx="3174999" cy="1904999"/>
      </dsp:txXfrm>
    </dsp:sp>
    <dsp:sp modelId="{5A486ADF-F850-43B7-A258-DC267E5EC7AF}">
      <dsp:nvSpPr>
        <dsp:cNvPr id="0" name=""/>
        <dsp:cNvSpPr/>
      </dsp:nvSpPr>
      <dsp:spPr>
        <a:xfrm>
          <a:off x="6985000" y="349249"/>
          <a:ext cx="3174999" cy="1904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6500" kern="1200"/>
        </a:p>
      </dsp:txBody>
      <dsp:txXfrm>
        <a:off x="6985000" y="349249"/>
        <a:ext cx="3174999" cy="1904999"/>
      </dsp:txXfrm>
    </dsp:sp>
    <dsp:sp modelId="{8A8D949A-4F10-47BE-8CC1-371CAD7F9E47}">
      <dsp:nvSpPr>
        <dsp:cNvPr id="0" name=""/>
        <dsp:cNvSpPr/>
      </dsp:nvSpPr>
      <dsp:spPr>
        <a:xfrm>
          <a:off x="1746250" y="2571750"/>
          <a:ext cx="3174999" cy="1904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6500" kern="1200"/>
        </a:p>
      </dsp:txBody>
      <dsp:txXfrm>
        <a:off x="1746250" y="2571750"/>
        <a:ext cx="3174999" cy="1904999"/>
      </dsp:txXfrm>
    </dsp:sp>
    <dsp:sp modelId="{27AD5155-2BE9-4CAD-BA68-0F88663433DA}">
      <dsp:nvSpPr>
        <dsp:cNvPr id="0" name=""/>
        <dsp:cNvSpPr/>
      </dsp:nvSpPr>
      <dsp:spPr>
        <a:xfrm>
          <a:off x="5238750" y="2571749"/>
          <a:ext cx="3174999" cy="1904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6500" kern="1200"/>
        </a:p>
      </dsp:txBody>
      <dsp:txXfrm>
        <a:off x="5238750" y="2571749"/>
        <a:ext cx="3174999" cy="19049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BD0B48-491B-4860-BAFD-388B407096BC}">
      <dsp:nvSpPr>
        <dsp:cNvPr id="0" name=""/>
        <dsp:cNvSpPr/>
      </dsp:nvSpPr>
      <dsp:spPr>
        <a:xfrm>
          <a:off x="0" y="349249"/>
          <a:ext cx="3174999" cy="1904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6500" kern="1200"/>
        </a:p>
      </dsp:txBody>
      <dsp:txXfrm>
        <a:off x="0" y="349249"/>
        <a:ext cx="3174999" cy="1904999"/>
      </dsp:txXfrm>
    </dsp:sp>
    <dsp:sp modelId="{3266F482-B654-4081-9A8E-7AE72EC96866}">
      <dsp:nvSpPr>
        <dsp:cNvPr id="0" name=""/>
        <dsp:cNvSpPr/>
      </dsp:nvSpPr>
      <dsp:spPr>
        <a:xfrm>
          <a:off x="3492500" y="349249"/>
          <a:ext cx="3174999" cy="1904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6500" kern="1200"/>
        </a:p>
      </dsp:txBody>
      <dsp:txXfrm>
        <a:off x="3492500" y="349249"/>
        <a:ext cx="3174999" cy="1904999"/>
      </dsp:txXfrm>
    </dsp:sp>
    <dsp:sp modelId="{924CC919-1E70-4480-982D-5CC6052C9D9B}">
      <dsp:nvSpPr>
        <dsp:cNvPr id="0" name=""/>
        <dsp:cNvSpPr/>
      </dsp:nvSpPr>
      <dsp:spPr>
        <a:xfrm>
          <a:off x="6985000" y="349249"/>
          <a:ext cx="3174999" cy="1904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6500" kern="1200"/>
        </a:p>
      </dsp:txBody>
      <dsp:txXfrm>
        <a:off x="6985000" y="349249"/>
        <a:ext cx="3174999" cy="1904999"/>
      </dsp:txXfrm>
    </dsp:sp>
    <dsp:sp modelId="{69FC44B7-118C-448F-A9F6-E09676DC9945}">
      <dsp:nvSpPr>
        <dsp:cNvPr id="0" name=""/>
        <dsp:cNvSpPr/>
      </dsp:nvSpPr>
      <dsp:spPr>
        <a:xfrm>
          <a:off x="1746250" y="2571750"/>
          <a:ext cx="3174999" cy="1904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6500" kern="1200"/>
        </a:p>
      </dsp:txBody>
      <dsp:txXfrm>
        <a:off x="1746250" y="2571750"/>
        <a:ext cx="3174999" cy="1904999"/>
      </dsp:txXfrm>
    </dsp:sp>
    <dsp:sp modelId="{CA6B30C8-68C1-4514-814D-FE4D86EE0B24}">
      <dsp:nvSpPr>
        <dsp:cNvPr id="0" name=""/>
        <dsp:cNvSpPr/>
      </dsp:nvSpPr>
      <dsp:spPr>
        <a:xfrm>
          <a:off x="5238750" y="2571749"/>
          <a:ext cx="3174999" cy="1904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6500" kern="1200"/>
        </a:p>
      </dsp:txBody>
      <dsp:txXfrm>
        <a:off x="5238750" y="2571749"/>
        <a:ext cx="3174999" cy="19049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834876-64B3-4815-924F-D45BD72B4F3E}">
      <dsp:nvSpPr>
        <dsp:cNvPr id="0" name=""/>
        <dsp:cNvSpPr/>
      </dsp:nvSpPr>
      <dsp:spPr>
        <a:xfrm>
          <a:off x="0" y="349249"/>
          <a:ext cx="3174999" cy="1904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6500" kern="1200"/>
        </a:p>
      </dsp:txBody>
      <dsp:txXfrm>
        <a:off x="0" y="349249"/>
        <a:ext cx="3174999" cy="1904999"/>
      </dsp:txXfrm>
    </dsp:sp>
    <dsp:sp modelId="{95C75B66-9BE1-4321-AD26-75E21D19D066}">
      <dsp:nvSpPr>
        <dsp:cNvPr id="0" name=""/>
        <dsp:cNvSpPr/>
      </dsp:nvSpPr>
      <dsp:spPr>
        <a:xfrm>
          <a:off x="3492500" y="349249"/>
          <a:ext cx="3174999" cy="1904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6500" kern="1200"/>
        </a:p>
      </dsp:txBody>
      <dsp:txXfrm>
        <a:off x="3492500" y="349249"/>
        <a:ext cx="3174999" cy="1904999"/>
      </dsp:txXfrm>
    </dsp:sp>
    <dsp:sp modelId="{350E6A69-CFF0-4210-981E-42CA67104E16}">
      <dsp:nvSpPr>
        <dsp:cNvPr id="0" name=""/>
        <dsp:cNvSpPr/>
      </dsp:nvSpPr>
      <dsp:spPr>
        <a:xfrm>
          <a:off x="6985000" y="349249"/>
          <a:ext cx="3174999" cy="1904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6500" kern="1200"/>
        </a:p>
      </dsp:txBody>
      <dsp:txXfrm>
        <a:off x="6985000" y="349249"/>
        <a:ext cx="3174999" cy="1904999"/>
      </dsp:txXfrm>
    </dsp:sp>
    <dsp:sp modelId="{8E4627E5-1675-4999-99ED-7972293EF4C4}">
      <dsp:nvSpPr>
        <dsp:cNvPr id="0" name=""/>
        <dsp:cNvSpPr/>
      </dsp:nvSpPr>
      <dsp:spPr>
        <a:xfrm>
          <a:off x="1746250" y="2571750"/>
          <a:ext cx="3174999" cy="1904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6500" kern="1200"/>
        </a:p>
      </dsp:txBody>
      <dsp:txXfrm>
        <a:off x="1746250" y="2571750"/>
        <a:ext cx="3174999" cy="1904999"/>
      </dsp:txXfrm>
    </dsp:sp>
    <dsp:sp modelId="{AD1B3886-471F-4A87-9ABE-D9D04273201E}">
      <dsp:nvSpPr>
        <dsp:cNvPr id="0" name=""/>
        <dsp:cNvSpPr/>
      </dsp:nvSpPr>
      <dsp:spPr>
        <a:xfrm>
          <a:off x="5238750" y="2571749"/>
          <a:ext cx="3174999" cy="1904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6500" kern="1200"/>
        </a:p>
      </dsp:txBody>
      <dsp:txXfrm>
        <a:off x="5238750" y="2571749"/>
        <a:ext cx="3174999" cy="19049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38AB2F-9CE3-842F-29A5-1D421D7F7A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A58A7A-8EF1-C50C-E6B2-1DC38964CD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C1A409-B139-E8EC-6F2E-FDC2BEC32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11E1E-9716-434B-8798-73B29CF96259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30E25D-9C36-A3D4-2E81-2D346C04B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72B6BD-111E-048A-B19B-2E44742C1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6BC7E-C27A-45C8-AC36-4D75E40B9C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1259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6E9992-6007-3F01-BD52-43B6811FB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10EB10-BD41-CF89-2998-CA57DFAD5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0DDF45-FF73-14C8-1D2A-0D5CFFA78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11E1E-9716-434B-8798-73B29CF96259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CFDF11-B0F6-78EB-16B6-9AE65D20F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A5DDB2-B423-1285-C705-D5534E877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6BC7E-C27A-45C8-AC36-4D75E40B9C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7093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511AC7-B757-124C-709C-720C8A642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D9E248C-1A2E-DBBC-05BF-9C9BB3123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2A20B6-6BF1-DC88-AC85-76AEF3B19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11E1E-9716-434B-8798-73B29CF96259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39020D-0E0F-7BDF-CA62-014080104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8B53-044C-0416-8660-2153A4F6F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6BC7E-C27A-45C8-AC36-4D75E40B9C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5264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32B6D2-1640-D10E-420C-98F1E919C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8C843D-2DDF-A5B0-A669-A50383FC20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5B3990C-B847-245D-8509-CAF95BF4F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E2867CE-8B59-7DD5-7B16-22705F4E7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11E1E-9716-434B-8798-73B29CF96259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87005E9-64C8-1BD8-C26C-A440F1DBF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A72C05F-90A7-4EF2-3A78-DDC78DBD1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6BC7E-C27A-45C8-AC36-4D75E40B9C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2703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992D1E-F3F0-9BC2-07D1-D6DB767E9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815F731-1BF6-ED7A-D988-E1F16DCE8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7883816-A3A2-73B2-F9A5-7B7F10165A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003A2D0-562F-DC0D-19E7-84705790D7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492022E-962B-8C55-B826-E7492A0F9A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DD148DB-107E-6E1C-20F1-0851A7B36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11E1E-9716-434B-8798-73B29CF96259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DF7BBD2-97BC-CE14-9BFF-3BD525AEC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65FB7DB-0808-EA73-55A8-C1E795F50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6BC7E-C27A-45C8-AC36-4D75E40B9C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1471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1163C4-EE0F-94D7-839A-AEBC125D2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21F828E-36C0-6D44-31BC-87EAD826C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11E1E-9716-434B-8798-73B29CF96259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6361095-821A-6A53-F6D2-42661F5D9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88675F1-41D5-A34F-415A-C2FD42542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6BC7E-C27A-45C8-AC36-4D75E40B9C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2737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B845E7B-A7CB-DA70-B4E7-3D4CDA015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11E1E-9716-434B-8798-73B29CF96259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14BED5A-A912-F582-0056-0C43220CF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84C56BE-F7AE-E201-2447-078BB9E71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6BC7E-C27A-45C8-AC36-4D75E40B9C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7188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187B5F-3EEA-64C5-BF06-73634A6CE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F63DE7-4ACA-F0CA-2048-F9BC5F0C3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59E1C05-ADD9-37D3-4062-0CB82BC2B7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9CB287B-D20E-3E9F-5A45-BCAD312BE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11E1E-9716-434B-8798-73B29CF96259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619C8AB-CDF4-3275-E763-13E623A62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B9E17A2-52BF-041B-EB7E-3A23991EC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6BC7E-C27A-45C8-AC36-4D75E40B9C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6642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4E56A5-25F6-2411-F0FC-67EC5A7F2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870A9B0-CA9F-0E81-1C5E-D24EF18F0D7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9935039-F2BB-2822-8CF7-2996521FBC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5CA4E53-062F-C4E8-9048-AB3CB7691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11E1E-9716-434B-8798-73B29CF96259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1115987-06CF-9C5A-AB24-D990FAE49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F37C96-B65D-D778-DAC6-00BA4CCE5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6BC7E-C27A-45C8-AC36-4D75E40B9C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1336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570235-655F-3E94-AF18-F08BFF017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49EC642-5836-E69F-12A5-F3E57FDDB9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19C318-80AF-9D5B-6DF8-D2BE9B360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11E1E-9716-434B-8798-73B29CF96259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A317E1A-262B-8840-898E-E5CA801DD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D91C92-F3A7-553B-BD52-230C41055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6BC7E-C27A-45C8-AC36-4D75E40B9C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6343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2111124-50F6-40A5-7B69-8FB230EF55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761885F-BAAD-F72B-3211-BA09FFE17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1157EF-165B-A6AB-2F2D-4C78099F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11E1E-9716-434B-8798-73B29CF96259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CA4080-2B42-DE5C-B9BB-CA4C98FAC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56FF53-9B9F-2960-438C-CF9C3BC19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6BC7E-C27A-45C8-AC36-4D75E40B9C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1869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0A59007-F1BC-DECF-2643-1D8BE7FD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EE52D33-8937-E453-80F7-E76710617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C5B7C69-BCC2-23BB-4611-638E120579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511E1E-9716-434B-8798-73B29CF96259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08EA0A-CDB2-ADF8-9E86-ABCE6BE935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4F3BF3-B5AA-69CB-22BD-E857FA0E24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26BC7E-C27A-45C8-AC36-4D75E40B9C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9886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984FF621-FFBE-9734-3E18-1D4CA4125AD3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G1 colunas por SÉRIE</a:t>
            </a:r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33B4715E-85F8-A3B3-44FE-012332C3D3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9804354"/>
              </p:ext>
            </p:extLst>
          </p:nvPr>
        </p:nvGraphicFramePr>
        <p:xfrm>
          <a:off x="1016000" y="1143000"/>
          <a:ext cx="101600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05890178"/>
      </p:ext>
    </p:extLst>
  </p:cSld>
  <p:clrMapOvr>
    <a:masterClrMapping/>
  </p:clrMapOvr>
  <p:transition advTm="10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461994C1-542D-A6FF-A1D4-995012D7C886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G2 colunas por CATEGORIA</a:t>
            </a:r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45C36486-D26C-20EA-30AB-87BB3E87C1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1506022"/>
              </p:ext>
            </p:extLst>
          </p:nvPr>
        </p:nvGraphicFramePr>
        <p:xfrm>
          <a:off x="1016000" y="1143000"/>
          <a:ext cx="101600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72070849"/>
      </p:ext>
    </p:extLst>
  </p:cSld>
  <p:clrMapOvr>
    <a:masterClrMapping/>
  </p:clrMapOvr>
  <p:transition advTm="10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89861B5A-8B3D-D938-1BB8-11501C7178EA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G3 colunas por ELEMENTO da série</a:t>
            </a:r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B379E282-7352-A2B5-C9D9-EF7B3EAE9C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6048350"/>
              </p:ext>
            </p:extLst>
          </p:nvPr>
        </p:nvGraphicFramePr>
        <p:xfrm>
          <a:off x="1016000" y="1143000"/>
          <a:ext cx="101600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71143186"/>
      </p:ext>
    </p:extLst>
  </p:cSld>
  <p:clrMapOvr>
    <a:masterClrMapping/>
  </p:clrMapOvr>
  <p:transition advTm="10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862B0546-DA95-9F52-03EF-0F34BC33B49F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G4 pizza por CATEGORIA</a:t>
            </a:r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D9121E13-7894-06F8-3F98-F831181844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3212274"/>
              </p:ext>
            </p:extLst>
          </p:nvPr>
        </p:nvGraphicFramePr>
        <p:xfrm>
          <a:off x="1016000" y="1143000"/>
          <a:ext cx="101600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22477594"/>
      </p:ext>
    </p:extLst>
  </p:cSld>
  <p:clrMapOvr>
    <a:masterClrMapping/>
  </p:clrMapOvr>
  <p:transition advTm="10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8F75AFC0-F20A-C90E-B0DF-6F5FF4D738C8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G5 linhas por SÉRIE</a:t>
            </a:r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6943C307-E98C-2EF4-2275-68D1DD540D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7514963"/>
              </p:ext>
            </p:extLst>
          </p:nvPr>
        </p:nvGraphicFramePr>
        <p:xfrm>
          <a:off x="1016000" y="1143000"/>
          <a:ext cx="101600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34997489"/>
      </p:ext>
    </p:extLst>
  </p:cSld>
  <p:clrMapOvr>
    <a:masterClrMapping/>
  </p:clrMapOvr>
  <p:transition advTm="10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D6A19D8E-4452-5FC2-4F3D-8AF1E3142E4B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S1 SmartArt um a um (profundidade por nó)</a:t>
            </a: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CF6E7839-6577-C301-2BBA-A59F5F8686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0595087"/>
              </p:ext>
            </p:extLst>
          </p:nvPr>
        </p:nvGraphicFramePr>
        <p:xfrm>
          <a:off x="1016000" y="1270000"/>
          <a:ext cx="10160000" cy="482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5185219"/>
      </p:ext>
    </p:extLst>
  </p:cSld>
  <p:clrMapOvr>
    <a:masterClrMapping/>
  </p:clrMapOvr>
  <p:transition advTm="10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08677EEA-142B-6942-BC79-FCED12FED1CD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S2 SmartArt por nível</a:t>
            </a: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70519C30-2908-2BFF-5662-8082F9D49C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8234882"/>
              </p:ext>
            </p:extLst>
          </p:nvPr>
        </p:nvGraphicFramePr>
        <p:xfrm>
          <a:off x="1016000" y="1270000"/>
          <a:ext cx="10160000" cy="482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9012997"/>
      </p:ext>
    </p:extLst>
  </p:cSld>
  <p:clrMapOvr>
    <a:masterClrMapping/>
  </p:clrMapOvr>
  <p:transition advTm="10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>
            <a:extLst>
              <a:ext uri="{FF2B5EF4-FFF2-40B4-BE49-F238E27FC236}">
                <a16:creationId xmlns:a16="http://schemas.microsoft.com/office/drawing/2014/main" id="{B9D8870D-5BD4-188F-D9F2-6AA1413A9B65}"/>
              </a:ext>
            </a:extLst>
          </p:cNvPr>
          <p:cNvSpPr txBox="1"/>
          <p:nvPr/>
        </p:nvSpPr>
        <p:spPr>
          <a:xfrm>
            <a:off x="381000" y="2032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>
                <a:solidFill>
                  <a:srgbClr val="1E1E1E"/>
                </a:solidFill>
              </a:rPr>
              <a:t>S3 SmartArt nível a nível um a um</a:t>
            </a: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A769BA63-A685-3EC8-DD4D-E8770E0EE8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417192"/>
              </p:ext>
            </p:extLst>
          </p:nvPr>
        </p:nvGraphicFramePr>
        <p:xfrm>
          <a:off x="1016000" y="1270000"/>
          <a:ext cx="10160000" cy="482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8645555"/>
      </p:ext>
    </p:extLst>
  </p:cSld>
  <p:clrMapOvr>
    <a:masterClrMapping/>
  </p:clrMapOvr>
  <p:transition advTm="1000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Personalizar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Kono</dc:creator>
  <cp:lastModifiedBy>Eric Kono</cp:lastModifiedBy>
  <cp:revision>1</cp:revision>
  <dcterms:created xsi:type="dcterms:W3CDTF">2026-10-06T05:20:08Z</dcterms:created>
  <dcterms:modified xsi:type="dcterms:W3CDTF">2026-10-06T05:20:08Z</dcterms:modified>
</cp:coreProperties>
</file>