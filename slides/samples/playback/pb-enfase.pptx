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6669D-90AA-E170-8C47-A17BEBF97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46B1ED-C851-1BB0-2C92-42DD262BC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525A78-6893-2C06-04C9-F00DF798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6FDFE-4D33-1281-8327-F9A97F7C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9C6801-B492-EA76-A83B-224A0F7B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95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2D9D0-4C57-F63C-21E0-5A34C482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9DF425-03AE-10B5-1323-AAF95A8F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1F661B-7E4B-3682-CF79-A004E097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0A5E8-2B22-F1B0-A05E-1BD93BE1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AD6614-2C4A-0737-A5F2-F70FFFA8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72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F3152-51BE-BF19-D92E-859934D9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1CA70B-DB9D-6437-93D2-FBCB958CE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C29CA5-058C-1E9E-D511-2DDD76C4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BB2C8A-A611-3C56-B722-03850A20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17EE3E-0E9F-565A-DA72-C9FB6BCE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66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2578D-E756-7935-81FC-AB4888C6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814368-0860-2C98-ED0B-F7D813CA7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B1F65C-D9FF-E059-66EB-5B16CBAC0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D08626-F68A-C68E-6EE5-EFF8AB564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C7A503-7EC7-5B2A-55EE-ACD862AD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6E4FCD-AB72-FE88-3673-10019994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62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7B008-76DE-EF04-B02B-941E1ACC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1F85D9-BC92-90C3-7F23-5FD39ECD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D121CB-668B-FF3C-144B-D8656454E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742764-BADE-C9F2-7AC3-FF0F8496E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198E82-A155-4E30-07FD-B7D937B38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586419-0E53-11EF-8716-40C3759C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847488-3764-D175-3BE3-93170DF3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7DBB02-3AE7-AC5B-8435-7CA24632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76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11D86-611B-F2CC-F231-3DA775AF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E5AACE-7EEB-481A-AD58-E9DACD3B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6B63C8F-BB94-A6F0-BE65-EF4D6031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7F7B01-0B98-5894-77DE-826B25EC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93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4E5E6F-5528-9556-08D9-1EA6BE11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C87B18-94C3-AD30-2B4D-372F77E3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54E03F-5510-8BB9-991B-12A60905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27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47D23-C4E9-3F04-C0A4-C72C6BEB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12F09-D140-42DE-0286-7A29BC7C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F63224-1D92-9FF8-4C8A-C677FE445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28F749-0A8C-2E8C-E9ED-C5B214FB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2EDDCE-AD03-7816-8489-3C70DC08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00F3D3-85CD-B812-1722-0EC786B9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10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AFD45-612E-EE90-8C0B-FA96C1A01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4CCC68-9AE6-8247-728B-EC975F79CA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9C11E1-4CC5-A700-3614-407F877D7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EB809D-583D-F9AB-7BB0-632E75AB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1F7EAE-EFD3-8F51-5FC3-3CA9555D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0B2672-807C-2371-99EF-6A22CB82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66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529E9-845B-A49E-28F3-30D3140B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9DD03F-646A-E4D6-5B1B-B771E5911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2AA3B3-59A8-9E74-E646-35E52E0E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D3DA3-6E8A-399A-7DF9-6E07CF19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986683-7DC9-319B-8C92-594EF447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167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565B-FA6F-5E1E-C4DE-3EF7A0D0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7C0BE3-5372-EFA3-C70F-E32A51293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0A3E5-BE60-DBAE-5D44-CB4510AB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0ABB0A-95DF-C4A9-CD71-B0F554F9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B71CB-9EA9-AA81-C70A-9E3292C2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31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6A64BC-8DAB-52E3-7B07-82B384A2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CBCC84-095B-1869-AC8F-F56DE0D36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606B1A-E70D-BF52-9F8A-99B2FAD98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C5DAB-85A9-4E3D-ADE8-5ED726D81F0F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73B82B-C33D-0A5A-4714-AB64462B7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E0B157-B458-320A-F970-47925F427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20C58-A428-4B48-9251-2EFDD08DE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77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BBD4210-EFE3-45E9-8376-BA7D712ECAC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Ênfase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F925FF0-CA85-77BB-9C9E-A23FF0A4507A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Aumentar/Diminuir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09C8EEE-EB7F-CDD4-4949-9A5F2C84FD2E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BC33EDD-6794-A00D-358C-E9E047929460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Transparência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3E4CEBA-063C-6CEF-F687-194687A08D0B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Cor de preenchimento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828321D-59EC-282B-6C2B-6C46DD82840A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Cor da linha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6F949E7-289D-9DA8-1C6C-CE3E88937720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Cor da fonte</a:t>
            </a:r>
          </a:p>
        </p:txBody>
      </p:sp>
    </p:spTree>
    <p:extLst>
      <p:ext uri="{BB962C8B-B14F-4D97-AF65-F5344CB8AC3E}">
        <p14:creationId xmlns:p14="http://schemas.microsoft.com/office/powerpoint/2010/main" val="2029496758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0"/>
                            </p:stCondLst>
                            <p:childTnLst>
                              <p:par>
                                <p:cTn id="2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51CFE8B-C464-428D-ADD0-240023BD48B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Ênfase 2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7FA55B8-9225-10B4-D5D9-D6B9CCEE7FD2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Tamanho da fonte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2AE7BCC-6EF5-0161-0531-A53BFBC91B46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Estilo da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6BBFE2E-D0A7-6F54-F7F2-526E014729A3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Mudar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E3DCAC2-A750-9450-55EA-1270F8D6B2CE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Negrito piscante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9A33C5D-2B7F-32F2-972B-7BCDA263FB29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Explosão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4384612-F734-825B-7340-447B9EC5158D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Revelar negrito</a:t>
            </a:r>
          </a:p>
        </p:txBody>
      </p:sp>
    </p:spTree>
    <p:extLst>
      <p:ext uri="{BB962C8B-B14F-4D97-AF65-F5344CB8AC3E}">
        <p14:creationId xmlns:p14="http://schemas.microsoft.com/office/powerpoint/2010/main" val="423471304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" presetClass="emph" presetSubtype="1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2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26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0"/>
                            </p:stCondLst>
                            <p:childTnLst>
                              <p:par>
                                <p:cTn id="28" presetID="15" presetClass="emph" presetSubtype="0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06CE10C-5460-2DE7-2D95-56E488D87EF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Ênfase 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A729B50-D6D9-D31C-95E5-CA15492F59A7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Pincel de cor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A2041E4-A0EE-5213-D10F-42C3D880FD59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Sublinhar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AEE8269-8E58-3E51-90FF-8CFA840FDFD9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Mesclar cor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6526E96-B42A-F4E6-4302-068A536CB87A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Onda de cor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D81B1F4-D569-1AE8-98EB-2F0DE1F3ACBD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Cor complementar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9C8CAA3-15C9-AFEE-367B-FF104C2872A4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Complementar 2</a:t>
            </a:r>
          </a:p>
        </p:txBody>
      </p:sp>
    </p:spTree>
    <p:extLst>
      <p:ext uri="{BB962C8B-B14F-4D97-AF65-F5344CB8AC3E}">
        <p14:creationId xmlns:p14="http://schemas.microsoft.com/office/powerpoint/2010/main" val="385512802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60"/>
                            </p:stCondLst>
                            <p:childTnLst>
                              <p:par>
                                <p:cTn id="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60"/>
                            </p:stCondLst>
                            <p:childTnLst>
                              <p:par>
                                <p:cTn id="19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660"/>
                            </p:stCondLst>
                            <p:childTnLst>
                              <p:par>
                                <p:cTn id="24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160"/>
                            </p:stCondLst>
                            <p:childTnLst>
                              <p:par>
                                <p:cTn id="30" presetID="2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63E333F-6BA5-84A2-D108-58591DDF403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Ênfase 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FEB5AA9-D2EC-73A1-7AB2-DD95A047D4D2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Cor contrastante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C74CA2F-A5D5-DF72-DABD-5C381EB9B195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Escurecer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34BA92B-F0C7-7E87-B866-6ADDF485CEB9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Dessaturar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81E225F-E6D7-0140-275D-E37880C26633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Pulso (flash)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EE0C116-D91F-BD2A-CD1E-15A150CF8DC6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Tremular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027A598-586F-57F6-E0EA-65ECA390CDC0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Crescer c/ cor</a:t>
            </a:r>
          </a:p>
        </p:txBody>
      </p:sp>
    </p:spTree>
    <p:extLst>
      <p:ext uri="{BB962C8B-B14F-4D97-AF65-F5344CB8AC3E}">
        <p14:creationId xmlns:p14="http://schemas.microsoft.com/office/powerpoint/2010/main" val="22571481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B37C998-7806-2FA7-A89A-24DFED130B4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Ênfase 5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D7F1389-1839-D8BC-1903-C8423D87B82B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Clarear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130C6FD-0215-2F76-4E7A-E6642E003E37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Ênfase de estilo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4A2B619-594A-84D7-66C6-E9D7C20DE466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Gangorra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D76021F-5DB4-D15E-E6D4-CC736B2D030B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Crescer vertical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87E0901-EBDE-79EB-1FB1-B9C5632EA475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Onda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3ADB13E-6DD6-EB22-4591-9EAE55C8DF94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Piscar</a:t>
            </a:r>
          </a:p>
        </p:txBody>
      </p:sp>
    </p:spTree>
    <p:extLst>
      <p:ext uri="{BB962C8B-B14F-4D97-AF65-F5344CB8AC3E}">
        <p14:creationId xmlns:p14="http://schemas.microsoft.com/office/powerpoint/2010/main" val="113373431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italic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3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6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29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650"/>
                            </p:stCondLst>
                            <p:childTnLst>
                              <p:par>
                                <p:cTn id="3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Personalizar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2026-10-05T20:53:24Z</dcterms:created>
  <dcterms:modified xsi:type="dcterms:W3CDTF">2026-10-05T20:53:24Z</dcterms:modified>
</cp:coreProperties>
</file>