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4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19B110-CFC6-BEFC-25E6-1776F24EE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110988-5696-EDF8-5D17-52BEB26A9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80C497-B21F-5F87-1BE1-A589568D5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623E-CCCA-42D7-9483-672EEE4A79D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D912C2-0EF7-8753-5EDF-104F55ABD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AC98C5-A124-7267-F6B2-FC207D2D9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D3DA6-2B45-47EC-9F8D-76C7FE66FA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862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D082D-30EF-51BB-2563-29DDDB2FC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78259D-7AEA-0EBA-F5EF-CC3B4D7D2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92A8DE-9818-382E-2C2C-3E3A1803C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623E-CCCA-42D7-9483-672EEE4A79D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48D99C-A8A9-1412-17FC-B1ED99699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A14A48-DB51-D6A4-5909-C51796F42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D3DA6-2B45-47EC-9F8D-76C7FE66FA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694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06D447-D644-D40E-9158-03BEBDC4B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610901-46C3-DB68-FDA5-29D2B1D27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740DAF-D7E5-21E1-6322-A982DEDDE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623E-CCCA-42D7-9483-672EEE4A79D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736B4F-1DB7-9002-6945-1D6978E0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C2B1DF-79B0-7E8F-15E7-9E24C5624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D3DA6-2B45-47EC-9F8D-76C7FE66FA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477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8716F8-27ED-2BDC-E212-C77B1A1E0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9EA58-E1A3-591A-8A48-52DA9711D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56FA08-DAAE-3D3E-CF16-C6DED04CC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A6AC17-9C33-4C9E-348E-582FFF160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623E-CCCA-42D7-9483-672EEE4A79D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B8ADB8-1C6A-E4E5-CF8C-E080AAC1B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4F1F1F-3705-39A7-7EEF-F6F7A2AAD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D3DA6-2B45-47EC-9F8D-76C7FE66FA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7591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E7A860-4911-6B63-C89D-818DA0CA6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72EA24-FEAC-1F5E-25FD-1EF246810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899333-BC04-C26B-04EE-2D6D6376D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B5FE668-943B-878C-E806-B89A771130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54CDF0E-6508-185A-7301-D72A9211AA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847A0D4-9E50-189D-4AC0-1D957A4EA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623E-CCCA-42D7-9483-672EEE4A79D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DECA67A-F5E1-FACD-2C2F-3B2FD0168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1EBAE65-DF65-007B-A304-918EAEE6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D3DA6-2B45-47EC-9F8D-76C7FE66FA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862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BAAD9C-6963-1802-1F78-E84FD2BE5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97755F0-EE2C-95D2-84B7-3A6F636D9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623E-CCCA-42D7-9483-672EEE4A79D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E8AE720-0D93-592E-D3B0-26F6DE4B1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FFD01B-B16F-70F4-63C7-3EF990EAB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D3DA6-2B45-47EC-9F8D-76C7FE66FA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9407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60F66DC-DA8F-C607-A38E-27D5B8AE0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623E-CCCA-42D7-9483-672EEE4A79D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5ADD401-2491-2C9A-59EE-73336BF8A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E5FE4D4-0407-5510-2993-F1A3D0F3F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D3DA6-2B45-47EC-9F8D-76C7FE66FA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08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76F00D-C031-F5E5-A85C-7908EC0F7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12731D-AA62-F1D2-308B-E64BA832B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0BE0E1E-16D7-3310-DD40-751F27AAC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432318-B508-3881-5B94-561F1DE1C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623E-CCCA-42D7-9483-672EEE4A79D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FE1B008-2487-AE0E-A405-55EED16E8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1E177B-E3F1-ADAD-809A-8FCB06E1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D3DA6-2B45-47EC-9F8D-76C7FE66FA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6586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D2ADB-D59F-37A6-3829-B2BA478F0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EF4213B-CDE3-F522-3FC2-EE7DA49F599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072A4F-AD24-0DE9-76A9-4FDD2287E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2333B3-0FBC-3C79-691E-410285F2F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623E-CCCA-42D7-9483-672EEE4A79D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836F2C-45FD-34E2-AE22-0FC4FA333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A20835-765E-544C-8238-507C5134A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D3DA6-2B45-47EC-9F8D-76C7FE66FA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5780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919EA-9BDE-6E20-A500-E083CC0D7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797043D-0CCE-0FCA-9577-19644BCF8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DB6705-0FB6-A5DD-732E-21A6E5B44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623E-CCCA-42D7-9483-672EEE4A79D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BA8A86-68A0-6002-EECA-746AF433F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2AA4B7-F397-B8AA-5BCB-F1A73D80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D3DA6-2B45-47EC-9F8D-76C7FE66FA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346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CF4A1B-37DC-8873-CBE8-71B3CCA30D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9B244FF-9335-2F86-1B69-8BF20A075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B7D7C9-5B63-090E-39B4-FD6D31A90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623E-CCCA-42D7-9483-672EEE4A79D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82515B-B306-39E8-9BE7-4F7090D36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57E97B-439B-645F-FF71-23252FA0B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D3DA6-2B45-47EC-9F8D-76C7FE66FA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1003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87A8CB3-9B95-D4B7-ED00-D2F60EC94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280B26-324F-20D4-E62B-4098F3FF9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8F39EF-785F-186B-B1D9-361854E931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E623E-CCCA-42D7-9483-672EEE4A79D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E7AD05-2092-417F-C785-CEFC7D20B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F14C7D-2834-8D2B-53E6-2CF92C900A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7D3DA6-2B45-47EC-9F8D-76C7FE66FA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1326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file:///D:\Projects\OfficeNext\slides\tools\ppt-lab\results\playback\_assets\bar.mp4" TargetMode="External"/><Relationship Id="rId1" Type="http://schemas.microsoft.com/office/2007/relationships/media" Target="file:///D:\Projects\OfficeNext\slides\tools\ppt-lab\results\playback\_assets\bar.mp4" TargetMode="Externa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0CCB3D43-E900-9087-A322-C116DA4ECFF6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V1 vídeo cortado (1 s → 3 s)</a:t>
            </a:r>
          </a:p>
        </p:txBody>
      </p:sp>
      <p:pic>
        <p:nvPicPr>
          <p:cNvPr id="3" name="bar">
            <a:hlinkClick r:id="" action="ppaction://media"/>
            <a:extLst>
              <a:ext uri="{FF2B5EF4-FFF2-40B4-BE49-F238E27FC236}">
                <a16:creationId xmlns:a16="http://schemas.microsoft.com/office/drawing/2014/main" id="{90458AC3-5AD5-03E0-A629-87DFB1AD357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000" end="1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32000" y="889000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98899"/>
      </p:ext>
    </p:extLst>
  </p:cSld>
  <p:clrMapOvr>
    <a:masterClrMapping/>
  </p:clrMapOvr>
  <p:transition advTm="4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9F6CDDF3-DA20-8615-33D7-4357511E1693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V2 vídeo com fade in/out 1 s</a:t>
            </a:r>
            <a:endParaRPr lang="pt-BR" sz="2800" b="1">
              <a:solidFill>
                <a:srgbClr val="FFFFFF"/>
              </a:solidFill>
            </a:endParaRPr>
          </a:p>
        </p:txBody>
      </p:sp>
      <p:pic>
        <p:nvPicPr>
          <p:cNvPr id="3" name="bar">
            <a:hlinkClick r:id="" action="ppaction://media"/>
            <a:extLst>
              <a:ext uri="{FF2B5EF4-FFF2-40B4-BE49-F238E27FC236}">
                <a16:creationId xmlns:a16="http://schemas.microsoft.com/office/drawing/2014/main" id="{DF664047-D37F-3AB6-5AF8-3ECCF50C68C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>
                  <p14:fade in="1000" out="1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32000" y="889000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846728"/>
      </p:ext>
    </p:extLst>
  </p:cSld>
  <p:clrMapOvr>
    <a:masterClrMapping/>
  </p:clrMapOvr>
  <p:transition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73510345-A5CD-2114-1973-9023FE096C97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V3 vídeo em loop (slide 9 s)</a:t>
            </a:r>
          </a:p>
        </p:txBody>
      </p:sp>
      <p:pic>
        <p:nvPicPr>
          <p:cNvPr id="3" name="bar">
            <a:hlinkClick r:id="" action="ppaction://media"/>
            <a:extLst>
              <a:ext uri="{FF2B5EF4-FFF2-40B4-BE49-F238E27FC236}">
                <a16:creationId xmlns:a16="http://schemas.microsoft.com/office/drawing/2014/main" id="{26762348-BBD4-70FA-5FB9-AB5B345A9C5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32000" y="889000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135224"/>
      </p:ext>
    </p:extLst>
  </p:cSld>
  <p:clrMapOvr>
    <a:masterClrMapping/>
  </p:clrMapOvr>
  <p:transition advTm="9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767EB478-E91C-CE57-A05B-930F170BFE3A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V4 vídeo + retroceder ao terminar</a:t>
            </a:r>
          </a:p>
        </p:txBody>
      </p:sp>
      <p:pic>
        <p:nvPicPr>
          <p:cNvPr id="3" name="bar">
            <a:hlinkClick r:id="" action="ppaction://media"/>
            <a:extLst>
              <a:ext uri="{FF2B5EF4-FFF2-40B4-BE49-F238E27FC236}">
                <a16:creationId xmlns:a16="http://schemas.microsoft.com/office/drawing/2014/main" id="{A0763122-E985-0F05-C8AE-5FED4706CD6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32000" y="889000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387082"/>
      </p:ext>
    </p:extLst>
  </p:cSld>
  <p:clrMapOvr>
    <a:masterClrMapping/>
  </p:clrMapOvr>
  <p:transition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remove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182ECB1-BE9B-0D1A-AE98-3360EF26AB9A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V5 vídeo oculto enquanto não toca (clique)</a:t>
            </a:r>
          </a:p>
        </p:txBody>
      </p:sp>
      <p:pic>
        <p:nvPicPr>
          <p:cNvPr id="3" name="bar">
            <a:hlinkClick r:id="" action="ppaction://media"/>
            <a:extLst>
              <a:ext uri="{FF2B5EF4-FFF2-40B4-BE49-F238E27FC236}">
                <a16:creationId xmlns:a16="http://schemas.microsoft.com/office/drawing/2014/main" id="{A4191A08-C6F2-2C89-3288-84F800A7C4F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32000" y="889000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55790"/>
      </p:ext>
    </p:extLst>
  </p:cSld>
  <p:clrMapOvr>
    <a:masterClrMapping/>
  </p:clrMapOvr>
  <p:transition advTm="7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BC2F693E-FC4D-BCFC-240B-AF7A7E0DE02C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V6 marcador em 2 s dispara esmaecer</a:t>
            </a:r>
          </a:p>
        </p:txBody>
      </p:sp>
      <p:pic>
        <p:nvPicPr>
          <p:cNvPr id="3" name="bar">
            <a:hlinkClick r:id="" action="ppaction://media"/>
            <a:extLst>
              <a:ext uri="{FF2B5EF4-FFF2-40B4-BE49-F238E27FC236}">
                <a16:creationId xmlns:a16="http://schemas.microsoft.com/office/drawing/2014/main" id="{BA199693-3DB0-8A5B-990A-CDA6239B6E4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marca" time="200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32000" y="889000"/>
            <a:ext cx="8128000" cy="45720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6EC887E-1152-B13A-AC5B-FA437EC73F65}"/>
              </a:ext>
            </a:extLst>
          </p:cNvPr>
          <p:cNvSpPr/>
          <p:nvPr/>
        </p:nvSpPr>
        <p:spPr>
          <a:xfrm>
            <a:off x="10414000" y="5588000"/>
            <a:ext cx="1524000" cy="1016000"/>
          </a:xfrm>
          <a:prstGeom prst="rect">
            <a:avLst/>
          </a:prstGeom>
          <a:solidFill>
            <a:srgbClr val="DC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0728390"/>
      </p:ext>
    </p:extLst>
  </p:cSld>
  <p:clrMapOvr>
    <a:masterClrMapping/>
  </p:clrMapOvr>
  <p:transition advTm="5000">
    <p:fad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0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video>
                  <p:cMediaNode vol="80000">
                    <p:cTn id="7" fill="hold" display="0">
                      <p:stCondLst>
                        <p:cond delay="indefinite"/>
                      </p:stCondLst>
                    </p:cTn>
                    <p:tgtEl>
                      <p:spTgt spid="3"/>
                    </p:tgtEl>
                  </p:cMediaNode>
                </p:video>
                <p:seq concurrent="1" nextAc="seek">
                  <p:cTn id="8" restart="whenNotActive" fill="hold" evtFilter="cancelBubble" nodeType="interactiveSeq">
                    <p:stCondLst>
                      <p:cond evt="onClick" delay="0">
                        <p:tgtEl>
                          <p:spTgt spid="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togglePause">
                                          <p:cBhvr>
                                            <p:cTn id="12" dur="1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3"/>
                      </p:tgtEl>
                    </p:cond>
                  </p:nextCondLst>
                </p:seq>
                <p:seq concurrent="1" nextAc="seek">
                  <p:cTn id="13" restart="whenNotActive" fill="hold" evtFilter="cancelBubble" nodeType="interactiveSeq">
                    <p:stCondLst>
                      <p:cond evt="onMediaBookmark" delay="0">
                        <p:tgtEl>
                          <p14:bmkTgt spid="3" bmkName="marca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" fill="hold">
                          <p:stCondLst>
                            <p:cond delay="0"/>
                          </p:stCondLst>
                          <p:childTnLst>
                            <p:par>
                              <p:cTn id="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marca"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0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video>
                  <p:cMediaNode vol="80000">
                    <p:cTn id="7" fill="hold" display="0">
                      <p:stCondLst>
                        <p:cond delay="indefinite"/>
                      </p:stCondLst>
                    </p:cTn>
                    <p:tgtEl>
                      <p:spTgt spid="3"/>
                    </p:tgtEl>
                  </p:cMediaNode>
                </p:video>
                <p:seq concurrent="1" nextAc="seek">
                  <p:cTn id="8" restart="whenNotActive" fill="hold" evtFilter="cancelBubble" nodeType="interactiveSeq">
                    <p:stCondLst>
                      <p:cond evt="onClick" delay="0">
                        <p:tgtEl>
                          <p:spTgt spid="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togglePause">
                                          <p:cBhvr>
                                            <p:cTn id="12" dur="1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3"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B51094F3-F423-FA8E-06B0-EA6B777FCFE1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V7 vídeo vinculado (externo)</a:t>
            </a:r>
          </a:p>
        </p:txBody>
      </p:sp>
      <p:pic>
        <p:nvPicPr>
          <p:cNvPr id="3" name="bar">
            <a:hlinkClick r:id="" action="ppaction://media"/>
            <a:extLst>
              <a:ext uri="{FF2B5EF4-FFF2-40B4-BE49-F238E27FC236}">
                <a16:creationId xmlns:a16="http://schemas.microsoft.com/office/drawing/2014/main" id="{9817C193-F4CD-753A-57ED-66AEA610791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32000" y="889000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908600"/>
      </p:ext>
    </p:extLst>
  </p:cSld>
  <p:clrMapOvr>
    <a:masterClrMapping/>
  </p:clrMapOvr>
  <p:transition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0C0D11E8-C8AA-125A-AD06-18BEA2F3FC01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V8 vídeo em tela cheia</a:t>
            </a:r>
          </a:p>
        </p:txBody>
      </p:sp>
      <p:pic>
        <p:nvPicPr>
          <p:cNvPr id="3" name="bar">
            <a:hlinkClick r:id="" action="ppaction://media"/>
            <a:extLst>
              <a:ext uri="{FF2B5EF4-FFF2-40B4-BE49-F238E27FC236}">
                <a16:creationId xmlns:a16="http://schemas.microsoft.com/office/drawing/2014/main" id="{749415A0-1A78-C5DC-D50B-90121581492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32000" y="889000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32199"/>
      </p:ext>
    </p:extLst>
  </p:cSld>
  <p:clrMapOvr>
    <a:masterClrMapping/>
  </p:clrMapOvr>
  <p:transition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1147974C-277E-B355-120F-ABB6D1D81BA3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V9 áudio em 2º plano (toca entre slides)</a:t>
            </a:r>
          </a:p>
        </p:txBody>
      </p:sp>
      <p:pic>
        <p:nvPicPr>
          <p:cNvPr id="3" name="tone8">
            <a:hlinkClick r:id="" action="ppaction://media"/>
            <a:extLst>
              <a:ext uri="{FF2B5EF4-FFF2-40B4-BE49-F238E27FC236}">
                <a16:creationId xmlns:a16="http://schemas.microsoft.com/office/drawing/2014/main" id="{C0CB398C-F436-9152-CCAB-E7A3D92FD6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588000" y="2921000"/>
            <a:ext cx="1016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573877"/>
      </p:ext>
    </p:extLst>
  </p:cSld>
  <p:clrMapOvr>
    <a:masterClrMapping/>
  </p:clrMapOvr>
  <p:transition advTm="2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3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C1BACD50-E536-787A-9451-68516259DAB0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V10 slide seguinte (áudio continua)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7BA45D9-27A5-8AB8-D48E-667714D0677C}"/>
              </a:ext>
            </a:extLst>
          </p:cNvPr>
          <p:cNvSpPr/>
          <p:nvPr/>
        </p:nvSpPr>
        <p:spPr>
          <a:xfrm>
            <a:off x="4318000" y="2286000"/>
            <a:ext cx="3556000" cy="2032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áudio segue tocando</a:t>
            </a:r>
          </a:p>
        </p:txBody>
      </p:sp>
    </p:spTree>
    <p:extLst>
      <p:ext uri="{BB962C8B-B14F-4D97-AF65-F5344CB8AC3E}">
        <p14:creationId xmlns:p14="http://schemas.microsoft.com/office/powerpoint/2010/main" val="1004747030"/>
      </p:ext>
    </p:extLst>
  </p:cSld>
  <p:clrMapOvr>
    <a:masterClrMapping/>
  </p:clrMapOvr>
  <p:transition advTm="2000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Personalizar</PresentationFormat>
  <Paragraphs>11</Paragraphs>
  <Slides>10</Slides>
  <Notes>0</Notes>
  <HiddenSlides>0</HiddenSlides>
  <MMClips>9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2026-10-06T05:22:04Z</dcterms:created>
  <dcterms:modified xsi:type="dcterms:W3CDTF">2026-10-06T05:22:04Z</dcterms:modified>
</cp:coreProperties>
</file>