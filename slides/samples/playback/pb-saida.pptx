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45D99-526C-B4CE-8301-194EA3708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A45BC9-1076-443D-D648-DD3AF6EF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4A5EDE-B32F-5B39-9433-BD09DAEE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252592-D16A-8D81-2F0D-ABC5CE8A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DB10C6-65CC-5AA5-4D3B-A0D8F855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48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44832-EB78-4D01-C427-8C770451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329718-1763-8BB2-17D3-CB0A4F9E0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E2D58E-177A-EF71-9BBC-8FF718BE4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8E1B73-F0D5-706C-D8CC-4F385CA8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081E52-239E-B39C-6751-6BC9B38D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36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3E3D2-9342-1885-4B53-98D56FED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85155C-CAB5-C548-A928-C5A60A6F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B235C8-0E93-E64E-CB32-18626DA0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825DDE-64F3-1CA6-33B8-AD622B6E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3F3EAB-899E-358F-4C04-6F961095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35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96572-E6C8-C609-A0AE-EE8DAE8B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2878DA-D274-C9BC-0F75-7866F4384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DC3F32-7865-DDDE-900D-41AE53D9A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E05616-DEA6-B466-7B3F-8E5DC68F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0A3314-4485-12D2-1E4B-0AA3631D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00A3DC-69E2-0F7D-FA1F-33D79EB0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41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F17E6-68BF-D48C-B741-049D3751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7D4588-5D1B-E657-ADD1-BFEB0776D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99483F-0ABD-1CAF-B4F3-D9389F92B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07C5F2-C073-7CDE-8D0B-1D1648844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7727ED-D9A1-34D9-64C3-EC4151498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ADCCAB-FFE0-5C77-042F-C10B46B8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6F6F93-9D6B-6BDA-D2E0-52E75662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1AD8A1-A99E-A6E9-391C-A3867C12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85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CE2E8-0951-D293-C165-31760439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2BF0D1-041C-4EF3-0C75-27B44893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90C809-4950-C536-47CE-4F4CA78A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98C16C-31BE-3DBF-A235-1DCCBE3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3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D16A9D-1F44-BF02-7CF0-1F1F78FA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9E6009-2751-D0BE-60E6-BA30FF24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42FA39-A139-4458-26F9-3EA69535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42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AE1F-DED0-3CEB-9028-6592EE4B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F1D52E-FE77-7D99-5032-4C12362C4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C7E014-C01D-1FEE-E528-7E17766C8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88262C-A830-B3A4-52FF-00A9ED92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F59670-01AA-0BC8-AD52-796E8B2A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55E141-EA51-FDFA-A097-ED8256A8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26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63A23-CE66-7E7A-81F4-A91BE5CF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9CF1BE-690B-09CE-E3BF-7366AB9F68C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F0FFE-3529-51CB-4CFE-48EF2B7F5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C34E9C-1360-D0A7-760B-543AE3C7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2DC2CD-2C85-BA32-4FEE-6248A536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24CF6B-8E35-292E-5EBF-3306FE7E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26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DAB35-2CBB-7A25-CCD8-0CD4FEF8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D4CA42-64AC-A835-50A5-6F73DC089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279BDD-EFCE-CA23-92D3-EE1CF3DF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11634-6081-CEF7-3EB3-852F345F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0C690-27A0-4A43-94F1-727DE1FF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81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3E6CC1-B616-BAE2-2D95-7EBC9C913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71F0D4-56DE-073F-B1DF-D90AB75A2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45D664-AA18-C252-B218-E7B41C40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CF36D0-3869-D721-184E-96058219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DE7B1-F798-5C95-B8CE-38200E4E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11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5F23CF3-09E0-3D54-E076-14F9E161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858B1D-9254-E159-4F07-CDA380312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011F04-79D7-D349-2A0D-2E98F4643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5B707-2558-4F63-B03C-0A6CA569FD2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8D2BA-28E9-80B7-2457-07F6AB836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2D40F6-628C-A972-6430-CA235ED30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96BBC-A5F8-47F3-B7C8-50F7F04F7B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5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5532D8B-D959-255A-044E-E94068A170C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28506C1-CC8B-4C64-44E3-798F38F478DA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Desaparecer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1B56B39-2EF1-1B69-9925-E38B7A2012F9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Esmaecer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CB091F-2E01-E912-24AD-E48C42171563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Sair voando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5F577DD-4820-E235-47C8-7FEEDF8122F4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Flutuar p/ fora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E6C58E0-01DC-0109-9DFE-C0E8B015CBB5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Dividir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1187D3E-8BCF-636F-3CA9-DC0EF229F093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Revelar</a:t>
            </a:r>
          </a:p>
        </p:txBody>
      </p:sp>
    </p:spTree>
    <p:extLst>
      <p:ext uri="{BB962C8B-B14F-4D97-AF65-F5344CB8AC3E}">
        <p14:creationId xmlns:p14="http://schemas.microsoft.com/office/powerpoint/2010/main" val="193663141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7A49D60-5CDC-A773-FE89-1E7627AE620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2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7901985-2D45-CC0A-834F-749FAB327D40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Forma/círculo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D594403-9184-8083-EC02-3C941B511240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Roda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B637759-57AC-0198-D2BB-61405EC5D980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Barras aleatórias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45130A9-4B82-8634-E2C1-D0C6D2E0E761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Encolher e girar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F4EA711-AF7F-79BC-3DFC-2BA93B990B86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46CA6D-886B-8101-7BFE-CE0E52F219C5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Girar</a:t>
            </a:r>
          </a:p>
        </p:txBody>
      </p:sp>
    </p:spTree>
    <p:extLst>
      <p:ext uri="{BB962C8B-B14F-4D97-AF65-F5344CB8AC3E}">
        <p14:creationId xmlns:p14="http://schemas.microsoft.com/office/powerpoint/2010/main" val="496092619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23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9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E4332C7-8169-BBCE-BE29-70B1C8F514E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79BCA1F-31E5-800F-FD7C-7D07035B2313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Saltar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E61DC2-157C-8B41-5D22-D2829D8488BF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Persianas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D86831A-D2C0-5CE4-A99F-84E939F3A271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Caixa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A04A9B1-547C-8795-F09A-F80307478A3C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Quadriculado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7774CA0-9CEC-D21E-76C0-727E17E9A916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Rastejar p/ fora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036915-C019-B38C-3CD1-77FACDCA4347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Losango</a:t>
            </a:r>
          </a:p>
        </p:txBody>
      </p:sp>
    </p:spTree>
    <p:extLst>
      <p:ext uri="{BB962C8B-B14F-4D97-AF65-F5344CB8AC3E}">
        <p14:creationId xmlns:p14="http://schemas.microsoft.com/office/powerpoint/2010/main" val="113197414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7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463C800-3218-06E9-761D-DD80A7D48A1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58D13AC-F5DE-A105-9530-4997C07E0169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Dissolver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444A4C9-D2C0-CDDF-A8E9-1397E4814226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Espiar p/ fora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B79CF49-F915-AF75-9657-6B4A91AB7FC8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Mais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B6ADE55-A9CB-AE69-4E9C-31C61B6DE763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Espiral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724FE7-58CD-1F7F-F3B7-C356654BCCF5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Faixas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DBB811E-5105-8520-BC75-8B0C2119B9FE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Cunha</a:t>
            </a:r>
          </a:p>
        </p:txBody>
      </p:sp>
    </p:spTree>
    <p:extLst>
      <p:ext uri="{BB962C8B-B14F-4D97-AF65-F5344CB8AC3E}">
        <p14:creationId xmlns:p14="http://schemas.microsoft.com/office/powerpoint/2010/main" val="186789136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3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8" presetClass="exit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780B6CC-DA8B-CADC-840F-090E7A9BED6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Saída 5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8327656-95BD-E4C0-8A5E-06788D7A2EBC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Créditos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3276CB7-FF27-4F2A-EB37-554E79D62794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Afundar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4558F60-C9DD-D249-39FC-06777460B942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Giro esmaecido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B217BC6-01C5-6014-E806-6022E92CF153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 esmaecido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CAB7C1F-A6E3-9FAF-706B-967C91ABFD5E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Contrair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A7602C0-DD4D-C69F-75E7-F7C18B127A6F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Dobrar</a:t>
            </a:r>
          </a:p>
        </p:txBody>
      </p:sp>
    </p:spTree>
    <p:extLst>
      <p:ext uri="{BB962C8B-B14F-4D97-AF65-F5344CB8AC3E}">
        <p14:creationId xmlns:p14="http://schemas.microsoft.com/office/powerpoint/2010/main" val="52839122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0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" presetID="4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000"/>
                            </p:stCondLst>
                            <p:childTnLst>
                              <p:par>
                                <p:cTn id="22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500"/>
                            </p:stCondLst>
                            <p:childTnLst>
                              <p:par>
                                <p:cTn id="28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500"/>
                            </p:stCondLst>
                            <p:childTnLst>
                              <p:par>
                                <p:cTn id="34" presetID="58" presetClass="exit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2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*0.0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h+1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Personalizar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2026-10-05T20:53:26Z</dcterms:created>
  <dcterms:modified xsi:type="dcterms:W3CDTF">2026-10-05T20:53:26Z</dcterms:modified>
</cp:coreProperties>
</file>