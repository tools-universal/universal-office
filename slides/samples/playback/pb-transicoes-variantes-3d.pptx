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14F92-C10E-33D0-67D3-FCFDD25BD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9BFEEB-4B06-B1A9-AFFC-D194C9009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7D1E83-BEC8-DB0F-9059-05EA6F2E5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E65A2B-443A-1225-803A-7B00AAF8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0B0F26-90AF-CCD7-7FE3-06CC7E3F7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19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7A46C-93E9-C403-863D-4B3567F9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83AA75-E120-AFF9-9ED9-CB59DDB2C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FF82B4-3819-BF04-806A-C25798042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7ED805-8818-3C02-47D6-38E3AAF1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492D33-F5A2-7C50-C079-5266BBF4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59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B37EA-1BD8-BA35-2475-1D1D6E170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09E3D2-E503-3E8C-FD84-1C404ED1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08F666-98BB-48DE-910D-A795BCE7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B3BC0-250A-22B3-8EAC-E5FCDB31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A7CDF5-5445-6545-9E95-CAC9DC2F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334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04628-73BE-E6A6-87C8-7EF226AC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760D1C-CFF4-FCDF-2746-AEBE148F7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957A38-9961-6B1C-8353-35DEC48F0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588BFB-4FBB-03A0-0828-04F01445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442D72-9ED8-ED70-655E-E08AEACC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56B473-03C1-2425-6A85-206BCA88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005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E9625-52EE-DBB1-4DC8-4E1313C9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988D09-DFF9-4A3F-B032-77A5CAF69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F5BFEA-5904-EA22-EFF4-484250AEA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7E49B9-093D-42DD-D98E-94FD9B875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256DA4-D21C-B085-62E8-E2A3125A9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66B197-30E3-192A-C8B0-25FEB6B4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F196843-FF9D-5273-9C56-370C0675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66E127-EFA8-95B8-83D5-A4C7913B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974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31D3C-7D5A-5333-4083-53CF3F389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3E4BEF3-0DAD-09A1-D128-4D4D9487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951609-DE68-F9AE-519F-CA92EB87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DA32E3A-F13E-576E-8060-231CDA3C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77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3EDCC5-8A7F-D840-3B07-9F939E24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C181E8A-4140-4CDB-FA68-FDE8CB75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70F304-6E38-1B48-567B-C160EAF3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151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6BFC3-4FD2-85EC-55A7-404D852FA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3FF0D3-1179-56BC-A24B-28C57DFDF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ADFB4F9-854B-C96E-D821-34574C0C6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A2B469-62B7-F537-069B-6A34EB825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5676EE-4AF3-575A-00F1-61628E78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09751B-9718-43AA-D53E-C2AF3C1E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52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1E15E-C426-770E-74EE-9D232C71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5FA5FA2-2EE4-DCF4-D249-A2AFA38C69D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1B9430-D2B1-0356-2FD8-EF01665FF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238760-F69A-E798-1536-CC671366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83D93E-B3EA-5A7C-E8C7-02E88B26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58F717-B28B-713F-2369-E04039EF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154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2E397-253F-CDDC-4CA7-ACE02F509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ACB8C2-B8AE-0CF7-B344-562A29300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5B4BB4-37B7-9891-C565-0D1CE6F5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5AE14D-D45B-A4E5-B9B5-9FC43D5F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5B1369-952E-C4AF-3DA5-283FF891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2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E7DE86-126F-8081-8B4A-F91B6BD09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07CF27-C692-6F23-F6AE-BFCB5480D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D27C95-5131-5EEA-39F1-433D3B9B0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7B4002-2322-3F5D-BD85-F84F016A9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48174D-6426-3B57-836D-9952E4C4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68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D06E3F4-6DE4-0F44-71E3-9F7BAE23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68F8A8-3A46-B622-FFCC-CC7F5C0DE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9293ED-6E3A-F20C-414E-10EC3C01E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7B0BC-4344-48A0-8A3D-D0A3CF06DFD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5B094D-BABB-3698-CB15-44AFBE563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AD33D8-AA45-3446-5D83-A0A8C66DF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CDF42-DAED-4561-A9A0-AEBA4E7C36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214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1915464-4645-22E4-7C16-A5B6CBE1FF9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VortexUp (3864,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39AA01-103A-5F01-F217-310B5F83AA88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37C51D7-6E4B-4039-572A-7FF0B5C217A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8315C2B-8916-8B23-BC05-3E24A64C6486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ACCC825-E4D7-8229-D2A8-0820D750A0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C34FEDF-74EF-5051-015B-B098E68F630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59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vortex dir="u"/>
      </p:transition>
    </mc:Choice>
    <mc:Fallback>
      <p:transition spd="slow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57F1422-8D76-83FE-347E-015E0FFAE74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VortexRight (3865,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3453DB-0070-BE5D-649C-CD6A33A7A3BF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708D6C6-4666-5080-27AC-0CAC61B9474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04ADEDB-9ACC-85E5-8858-A99499FF084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2E4206F-4C10-8CE8-E6FB-98BF4C0962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2998D90-1AA4-7780-0318-FE642C7CB9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7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vortex dir="r"/>
      </p:transition>
    </mc:Choice>
    <mc:Fallback>
      <p:transition spd="slow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4A3774A-5161-D2AF-6640-E5510E23D12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VortexDown (3866,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D5781F-F3B0-CA2D-F8AC-AD35433BCCC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C843623-D3F8-EF44-5AEA-31E825AE7C9A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0D922B2-F315-80C6-85A4-9F715CD73495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2F15C7-70E8-DE9B-D0F8-EC0B1F5BDF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E2765AC-27C1-2B51-7DD7-A257C25688E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07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vortex dir="d"/>
      </p:transition>
    </mc:Choice>
    <mc:Fallback>
      <p:transition spd="slow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EC40BC1-8B59-653C-8071-F47C735B548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RippleRightUp (3868,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ED6E5B-5206-DBFF-2F9B-C8312B48316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C8CF2DC-A163-E313-6B28-25122AF6DB6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83D8693-885E-2558-CBF8-37E435CDAC36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25294EE-0495-02CE-79F6-118B2AF5872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C10588E-0EE9-80B3-9EA4-74827350BF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42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ripple dir="ru"/>
      </p:transition>
    </mc:Choice>
    <mc:Fallback>
      <p:transition spd="slow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1D54DF7-596A-F420-37DA-FF5FBEA3D16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RippleLeftUp (3869,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5CCCC44-6F6B-B855-4DF8-B4C5C8950CA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43E3D29-1115-E57C-5E5C-5B0298EB97D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064D2C6-19A0-49BF-C620-D68095B170D5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231FF6-D15A-C004-C6FB-B2000C723A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FECFE2B-BF69-B229-480C-3E8A45F6553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06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ripple dir="lu"/>
      </p:transition>
    </mc:Choice>
    <mc:Fallback>
      <p:transition spd="slow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E0F0BA1-3D83-6EF8-998C-8539E3147A7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RippleLeftDown (3870,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0A21C-A5EB-E398-467F-4D89E8A92EB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6C5AC9F-51A6-DEA2-A8A0-B3EB6CF8999A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9DFD611F-6952-3B59-0984-595C7198FACD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77F61D4-7674-D1F0-84E8-1BD0AA2792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EBD0404-54DE-BD46-C7BA-6306C4549DA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59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ripple dir="ld"/>
      </p:transition>
    </mc:Choice>
    <mc:Fallback>
      <p:transition spd="slow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18209FD-FB90-951C-EEF8-455F46F0AD2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RippleRightDown (3871,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DE36AE-940C-8036-F2D9-B204D9220CD2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B1EA683-5297-2BDD-A079-1167092A027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24B3A18-A24A-B484-FB1D-511D0DE3022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295BA5-6EDC-05CD-7BE1-C128A420F69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A3409F5-2087-E9F1-6F61-AC8C9401CE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18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ripple dir="rd"/>
      </p:transition>
    </mc:Choice>
    <mc:Fallback>
      <p:transition spd="slow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FDF8ECD-0FFF-A110-E29E-A94776DEA7B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GlitterDiamondUp (3873,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003D35-D30E-63A7-5CA8-F03DE1A67068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49E0F5D-D798-36DB-FC57-253824CF8F01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7E86BF7-94D1-0D7E-681F-EAF96EB71BE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4FE3F1-550D-5BE7-CD43-5F7DB51190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A248EE6-6870-E79F-D684-8CDF9B2B836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00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litter dir="d"/>
      </p:transition>
    </mc:Choice>
    <mc:Fallback>
      <p:transition spd="slow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5424610-2072-5823-21B2-684E40F846C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GlitterDiamondRight (3874,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8764E5-E64B-500E-2B0E-97A581EE8A3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2C25AC1-1B2B-86A1-A31F-0CFBE93623C1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9A8DC1DE-3FE7-06D0-2CBB-335C311F1AE8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F413DE-EAD7-8180-9406-EF188224D0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283BB2B-56BF-E44D-CCF2-B843E10612C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16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litter/>
      </p:transition>
    </mc:Choice>
    <mc:Fallback>
      <p:transition spd="slow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05FB25E-55BA-0952-4C74-779D2B22975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GlitterDiamondDown (3875,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76B57D-F767-078A-F8EA-53040815BB3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87F5D46-FCEB-0E16-6A7F-945DCF8D8D8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2285497-FD08-8AC2-6C53-CD35A2FE9E5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D98E757-B352-24DD-6C9E-E48EB975D7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0C1A47A-97C6-31E2-E43D-DF091485D19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09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litter dir="u"/>
      </p:transition>
    </mc:Choice>
    <mc:Fallback>
      <p:transition spd="slow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999AB1E-F286-E49E-1AC5-06E833B1DAE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GlitterHexagonLeft (3876,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73BF76-4DF7-2B86-E597-64168E625C9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654429C-FC62-ADC6-3150-6D10C89DF56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136AA73-04EF-B6DB-FC7E-90DAB2841BE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71073F2-E8E0-C3DC-FC73-9B6B2FBBD8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058778D-2CF8-8FFF-6E64-0844C6E70E0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72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litter dir="r" pattern="hexagon"/>
      </p:transition>
    </mc:Choice>
    <mc:Fallback>
      <p:transition spd="slow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9392C1B-4F68-985C-F590-54A9A5C3070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GlitterHexagonUp (3877,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564E34-BB9A-A0F5-6D1C-2A3650A4D5EE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17F007E-65A7-6D46-A7C0-3790745B488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F0C9D258-DAA4-790F-CADC-88FCB4AF04D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DED2B6-FAF5-E251-548B-D29523F9C9F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B8FE3FF-CE89-0828-17B0-24384C2841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94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litter dir="d" pattern="hexagon"/>
      </p:transition>
    </mc:Choice>
    <mc:Fallback>
      <p:transition spd="slow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B2C6BF9-BDE5-D19A-DC21-C4C3A917D02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GlitterHexagonRight (3878,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E9875C-8A9C-A506-48A7-75CF63ECEE42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F0BD552-9CCA-EE87-6148-5A932F9307DF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FBE4E792-8FA7-7E3D-8537-DC4B31DEFC5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ED2FD0B-2DE4-B7EE-1CBF-9332CB486F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B62F657-F0FB-D24B-E4A6-36FEC08597F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71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litter pattern="hexagon"/>
      </p:transition>
    </mc:Choice>
    <mc:Fallback>
      <p:transition spd="slow" advTm="1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14F1288-A62B-BB5E-90C6-7A60CA16291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GlitterHexagonDown (3879,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FF1089-1416-E8F2-9E57-AD807F09C541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295695A-ADB2-F4A7-0798-87E3482D004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D2153A7-B6A5-5182-F0B8-768B0061DEF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17D08F-45E4-7E6D-1195-B2FD15CB0A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0D7727D-3E79-BF8D-CC93-A44DD07AF5C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03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litter dir="u" pattern="hexagon"/>
      </p:transition>
    </mc:Choice>
    <mc:Fallback>
      <p:transition spd="slow" advTm="1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7624EDC-F0A3-4636-3AD2-8AE0AE5AEE4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GalleryRight (3881,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EB2304-FA00-591E-927E-0449366FD27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81523B3-47BE-A5EC-4CE7-CAF55AF789E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4005F0A-C3D8-4F97-6D05-ECBABE57545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159B692-440A-7F39-25AC-38B0B82392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2030497-A48C-CE5C-8DD2-0AE5AA3FA46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78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gallery dir="r"/>
      </p:transition>
    </mc:Choice>
    <mc:Fallback>
      <p:transition spd="slow" advTm="1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80020EF-FC81-1F08-6FC9-D8BA10F6839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ConveyorRight (3883,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8E7C63-1B6A-FD1B-F820-61E0F64E8BEE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1BF1945-9E0D-F59C-0059-5A6507E18F3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99674D55-AE6F-DCA5-CE23-9B2B6A565DF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B10E52-92B1-8F6F-6FA0-CC9646C02B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EBE4ACB-2F65-500D-C974-4BBF8148D6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71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conveyor dir="r"/>
      </p:transition>
    </mc:Choice>
    <mc:Fallback>
      <p:transition spd="slow" advTm="1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C75B597-A75F-C3B2-3872-A0A1952DFD0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DoorsHorizontal (3885,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A599E2-9E9B-3EFD-1548-9D7DF0B28EBB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4FA9E64-3527-94F1-F579-19D29CA7ABAB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868946EC-F84C-747F-5E69-BB509D967ADA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85F80B-6822-7960-2627-AFA620FCEE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69AD400-5CC8-96C7-3F42-9AA5CEF55F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82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doors/>
      </p:transition>
    </mc:Choice>
    <mc:Fallback>
      <p:transition spd="slow" advTm="1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F336F17-5E77-047C-E8BE-973378BD495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WindowHorizontal (3887,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825D61-D685-3817-82BC-554D4BD8C16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B17737F-861C-2992-9D2E-DA87C9F81D5F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1456A08-1B77-0750-89EF-3D3D77ADE6E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3DB5C88-A056-0AF8-AC0A-BD52F4B12F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7A81F55-1107-A5D4-2E1F-77790750649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3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window/>
      </p:transition>
    </mc:Choice>
    <mc:Fallback>
      <p:transition spd="slow" advTm="1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C9D8146-5E32-8189-C443-3FBCF186F5A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WarpOut (3889,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9FA9C8-9970-6D3C-E774-0906F202983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6C710F2-34F4-803B-7014-0DB8D12FDA4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2D58993-8A00-6298-0E9F-FB61B4506EC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F9604B-B945-7E9C-A10D-CE2C963F79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0D3F9A7-79F2-5958-044B-FB0C487BB04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5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warp/>
      </p:transition>
    </mc:Choice>
    <mc:Fallback>
      <p:transition spd="slow" advTm="1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252B445-6070-D93E-2283-85DFC270E9C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FlyThroughOut (3891,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771217-1020-CD9C-7E4B-D1CE4A99B202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1E758EE-6CD4-EDC2-C9A0-7353CD9A55A7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48C6BEC-B62F-65F1-DCBB-AED3686A302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16C8B36-A628-EE78-C97D-2F81AC3E1A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C62E62E-9264-C244-1B73-1F5C2C7B3D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95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lythrough dir="out"/>
      </p:transition>
    </mc:Choice>
    <mc:Fallback>
      <p:transition spd="slow" advTm="1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D085F73-79CA-FB35-45A9-BE07F1143CF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FlyThroughInBounce (3892,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C81F10-B50B-6393-F7A9-E6CD17EE4E61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7853542-568B-878D-DB15-B3A2C7B04B0A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0A2D621-7CE9-344C-5BDD-3C0F830C4E8D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ABA1FC-01B2-E60E-29EB-D96279327E1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CE10432-8469-DD19-3D95-324CD72CE5C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53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lythrough hasBounce="1"/>
      </p:transition>
    </mc:Choice>
    <mc:Fallback>
      <p:transition spd="slow" advTm="1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C0C1D45-B0B7-991D-E998-2467D4057E9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FlyThroughOutBounce (3893,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482BC8-3498-88E6-7507-EB3035CFC14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6E9F708-F8FE-7ABB-FCC3-51006D3EA7C0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BD3CB45-3009-8E86-795D-78F879A787B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DF5BBD-7681-8513-07F3-93876909BB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A325BA8-ED51-EBBE-8DD8-FB735C8713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87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lythrough dir="out" hasBounce="1"/>
      </p:transition>
    </mc:Choice>
    <mc:Fallback>
      <p:transition spd="slow" advTm="1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447CD8E-BFED-E514-0E6B-2DF40345AE8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FerrisWheelRight (3900,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D240D4-7337-CD08-83AE-C8B70FEB2822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F4B3BE8-5145-5199-4CA8-AE749D75ED0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FD851AE-8709-EBE8-68ED-3A8D5992077D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380A897-0048-39F7-4FC5-EB3D267C30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E4DB1A3-84FD-3581-261D-52B33860F3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54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erris dir="r"/>
      </p:transition>
    </mc:Choice>
    <mc:Fallback>
      <p:transition spd="slow" advTm="1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0591BC3-45F9-F802-B629-F535E397D51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SwitchUp (3902,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1AB9A7-11B7-CE73-A5A8-1665E316BD1B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A85259E-7E13-AFF6-9C9E-DB98C28B92B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BC3D7C1-E996-52AD-E2F8-4CC217F9CA8F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D98544-7C0B-439F-D2C9-32015D9A71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0165869-821D-7622-10DA-713DAD3DB2B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44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switch dir="r"/>
      </p:transition>
    </mc:Choice>
    <mc:Fallback>
      <p:transition spd="slow" advTm="1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856E815-0948-890B-682F-18D36B018CF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SwitchRight (3903,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977149-B88F-E6C8-4250-821F42FCA081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83C98AC-9D90-B190-A231-B616FC51F22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D8B207F8-169E-7F58-BB09-61956B5E556C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17A600-FEC8-36E6-9DFB-792E011C55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38277DE-0C2C-60D4-FD8A-98C90B2011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29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switch dir="r"/>
      </p:transition>
    </mc:Choice>
    <mc:Fallback>
      <p:transition spd="slow" advTm="1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64E6EA9-5B7D-D6AD-A81F-1844B76315B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SwitchDown (3904,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93DC87-370E-D2D8-9F9E-A01045230A5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BE78440-7DDF-A43C-9698-335F96F7A41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E4007A5-0E12-D5D9-FAB4-E937C0608775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5B8D38-C763-D974-AC52-20E5F0D96EC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A835FDD-70B7-DB0E-163F-8809C12DF62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09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switch dir="r"/>
      </p:transition>
    </mc:Choice>
    <mc:Fallback>
      <p:transition spd="slow" advTm="1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AB8DE7E-2C77-AC59-1777-50FB7B7C6D5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FlipUp (3906,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8766098-BB93-ACEF-89A1-C73DC5045D4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58C8493-FB93-11BB-67C5-11EEE3820BE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C493D0F-C212-7BC3-2C05-A476C682C62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4BFD0E-506C-F1B1-15B6-C6033EC03E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F9B202-A333-AD29-FCE4-B2FFD35BEB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04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lip dir="r"/>
      </p:transition>
    </mc:Choice>
    <mc:Fallback>
      <p:transition spd="slow" advTm="1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19DFEC8-6649-25F7-52F0-B4437794E62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FlipRight (3907,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201749-1E1B-384F-788A-448AA836E2D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4D0F999-C174-ACF8-185D-B5F9012930C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90007F9-0AAA-19D2-8CC0-74535F30B54F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93C4645-A5BD-533F-920A-5850B94C3A3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A71A632-EFEE-21D2-1105-49E866F5EF4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44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lip dir="r"/>
      </p:transition>
    </mc:Choice>
    <mc:Fallback>
      <p:transition spd="slow" advTm="1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C774DA7-055D-84E3-0210-092C4C15294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FlipDown (3908,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35DB0D-E579-5CD5-B820-549C7402B90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08E28EA-1C4F-862E-9C9B-FDF8D527302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D865F350-5976-0127-88D1-6B332A6C72B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8E1F2A4-36F5-AE83-80C7-604B404311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6649D9E-BFFD-6081-8D93-A62C78F8788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98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flip dir="r"/>
      </p:transition>
    </mc:Choice>
    <mc:Fallback>
      <p:transition spd="slow" advTm="1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A14CBFC-51D5-3EBB-E77C-4411FF9EF3F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ShredStripsOut (3911,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C2DF82-EB4D-13F5-EB80-626DDCF4A99C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39DD148-43B8-F50E-1DB6-9325AEBAD0D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D5DD5D2-CA56-3592-D0ED-FC55B2807F0A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B94F238-3489-5F14-410E-4FBA8D00C1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38C04AB-B105-402A-7384-57424748AB9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96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shred dir="out"/>
      </p:transition>
    </mc:Choice>
    <mc:Fallback>
      <p:transition spd="slow" advTm="10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4B0D2B5-B395-8E6C-A4C4-EF0EE8CB394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ShredRectangleIn (3912,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C8C468-17EA-2D72-1409-043D051D4020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34FA004-F285-50BF-84F1-3E93C321474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85712215-CF7B-8CB6-B114-D2EEEBC42FE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B71F1F8-3851-BCAA-C646-20701ADDFA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BB3DE7A-A525-C4CC-BB6E-C6CC57BC3A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23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shred pattern="rectangle"/>
      </p:transition>
    </mc:Choice>
    <mc:Fallback>
      <p:transition spd="slow" advTm="10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A26B2D9-4FAA-96A2-87FF-4F4F6637D67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ShredRectangleOut (3913,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3FCF658-764F-37D9-C461-D1359A99765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3AA1DF7-7C78-D2F9-D6F5-B24CD7F72827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13ADD88-2F05-C70F-B2FE-462B8F7E1C0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74472B9-8790-09CF-7881-D4B3251304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22CFCB1-FDE1-898B-47D8-15F2AAC01E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22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shred pattern="rectangle" dir="out"/>
      </p:transition>
    </mc:Choice>
    <mc:Fallback>
      <p:transition spd="slow" advTm="100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60411EF-DD2C-000F-93A6-EAFFD0BD1C4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CubeUp (3915,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A1B5BDB-CBFB-1CA8-10BB-F9F65FF55117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0029640-ACA2-91DF-2BF9-E5769BF9D8B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3CB4AB8-1764-5FC0-E167-98A101D34DC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D3ECFC-82AB-6D44-389D-A6CC1839A64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391B581-C796-388C-25E7-44454A1FF7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95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u"/>
      </p:transition>
    </mc:Choice>
    <mc:Fallback>
      <p:transition spd="slow" advTm="100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2907AD8-71DF-4AF4-E70D-9D07CF822A8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CubeRight (3916,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0E0CFF-529D-2FBC-ACED-84E5A6D48B28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F2CEE65-2AEF-B127-624A-6B67108BEF1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F4040C2-A26D-3A67-D74E-AF17F6DFA336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7287B5F-B112-CFDA-227C-AA4D56D98F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6BB40A9-6AEA-79E5-A61F-A3A3FFF00E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97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r"/>
      </p:transition>
    </mc:Choice>
    <mc:Fallback>
      <p:transition spd="slow" advTm="10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970186B-A71B-7FCB-D268-6E9A43C65DC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CubeDown (3917,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B13E33-E8CE-F023-EC6A-1D8B65057540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3DB19DF-7D97-1F26-DBC6-41B572AC587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D91F1DC4-2CD4-1007-58D7-1E14B6D44F1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0B47965-72A2-D376-2347-AF2FBE6D75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10D83C3-A77A-83D1-1BB5-4BAC8BD862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85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d"/>
      </p:transition>
    </mc:Choice>
    <mc:Fallback>
      <p:transition spd="slow" advTm="100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DBEF43D-4BA9-DA95-5B48-C13E7DEA743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RotateUp (3919,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7AF229-634E-09F9-BAE7-E2A0851FD2B0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66F507C-5068-0AE0-559E-8F9EE9707877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753E46A-9452-E015-3269-F67FBD00402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7762E13-9C57-25AA-8A06-7F956CA20F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0228819-F3A9-F8AE-3744-3D64E2129B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44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u" isContent="1"/>
      </p:transition>
    </mc:Choice>
    <mc:Fallback>
      <p:transition spd="slow" advTm="10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B1ADD72-8D08-3B83-DF94-ED3246FA3B9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RotateRight (3920,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65623B-4476-6A48-5CE1-9DDF9A1104E8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FE4AEC2-36E3-F669-6002-2B90E06CE6B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89714A90-706D-9380-1ED9-B88CC4A497DD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A1E0A15-0494-09E8-782A-AAEA3184757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7637245-6F05-0F9A-A77E-420978CC9E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56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r" isContent="1"/>
      </p:transition>
    </mc:Choice>
    <mc:Fallback>
      <p:transition spd="slow" advTm="100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06F90C6-C39C-81B8-7383-23EF3A4CD94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RotateDown (3921,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4DA994-C968-748B-A78B-55C30F4BD72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A1A7B8D-F1CC-E609-1C30-3B7207E8509D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93B69B9-D148-D512-F7F6-DBCF4998D03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964A89-7FDA-2DE5-FAEE-CE675177BD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89194DC-E935-2AC7-EE95-32B64F6528B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39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d" isContent="1"/>
      </p:transition>
    </mc:Choice>
    <mc:Fallback>
      <p:transition spd="slow" advTm="100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F62F142-EEB5-D495-F013-226D5AA3A14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BoxUp (3923,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205BAF-CEA8-D950-F0B4-6234BF8CF55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AF787CA-F923-72FA-6C07-89E564BF151F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F1044A88-7558-A869-9981-FD06CF6FE65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5400E88-3FF4-C671-37E9-31E26CB6F8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C463DD5-1573-A3AD-54CC-450918CAF26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81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u" isInverted="1"/>
      </p:transition>
    </mc:Choice>
    <mc:Fallback>
      <p:transition spd="slow" advTm="100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C9A7DCD-B6F3-5040-D9FC-2DA64C57D1A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BoxRight (3924,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2A314A-772F-2E4A-11C2-74525167F7D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23D7C1F-E5F9-FD73-BD78-8A4A1A89684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FBAA5EF-21AC-82C0-D8B7-D27A45E9A32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CD60A6-BDA4-37D2-4AFE-5C923B3C60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E7A2957-1028-9F2A-0DFD-7242968F2F7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34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r" isInverted="1"/>
      </p:transition>
    </mc:Choice>
    <mc:Fallback>
      <p:transition spd="slow" advTm="100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E78811F-5601-81F4-9401-2868A835B9D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BoxDown (3925,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BF773D-581B-5B51-A208-B9151C9DF0E0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313B9E7-2DA6-7977-4BB1-C3704D6AC1B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D3CDDE6B-8500-A646-F0A2-2FB982462DC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8251EAD-3639-3DA0-266A-02E035F76C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F2060BB-ABB1-7CFE-2268-2DF06CB9A6F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25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d" isInverted="1"/>
      </p:transition>
    </mc:Choice>
    <mc:Fallback>
      <p:transition spd="slow" advTm="100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2D34C0E-45C6-0867-910F-E8ADB38AEB5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OrbitUp (3927,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E35A08-46C1-DCB6-2B7E-DEABE49A31F0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03D916E-3786-4CFB-986B-CEC3994B0E10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D6ECDD3-8C4D-A1A0-A02E-1F46FBAFDF4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62A3675-98DC-10EE-18B6-F465BD8BF1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0AFC873-05E1-1F3A-EDE9-1D41AE56F08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68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u" isContent="1" isInverted="1"/>
      </p:transition>
    </mc:Choice>
    <mc:Fallback>
      <p:transition spd="slow" advTm="10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6C72929-6B53-4404-BD69-3EFC0009B26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OrbitRight (3928,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DD377DF-7DA6-CF1B-39DE-A16D44B8154F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B1243E7-5E71-D339-8CB0-A94628DB4E02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9BF1F78-C56D-DB87-BC5E-37576FF589A0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E2C29D0-953E-00EA-9AD1-82AC6EDBCE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80833EC-FCA9-18FF-F97D-63DF320F025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48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r" isContent="1" isInverted="1"/>
      </p:transition>
    </mc:Choice>
    <mc:Fallback>
      <p:transition spd="slow" advTm="100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EC8B2CA-E795-E7F5-DAB9-203029E326B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OrbitDown (3929,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ECBEF2-5C36-B44C-DF91-B336BA2868D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91A77C1-33CD-90EC-2092-BEEE2F65228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DD915EB-F50F-8A99-FF3D-D1579BCF594A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BFFFE4F-4BE2-96C5-81C5-09010A7560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CA4FDAC-45EF-85D1-8F1D-09A7DE1F4A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75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rism dir="d" isContent="1" isInverted="1"/>
      </p:transition>
    </mc:Choice>
    <mc:Fallback>
      <p:transition spd="slow" advTm="100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DB63CEE-375F-15A8-990D-FB3406B4CB2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PanUp (3931,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9D94812-CFF6-5BEE-119D-9238B63D6A04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E810078-B875-77E7-2692-CCD99169951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E92A226-2B1E-CFCB-E4BE-443A4BE74E4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5626E6-1087-FE81-6F81-7413B4726B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6E0B720-4B1E-CA66-6C16-BD1C4D6ABAC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30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an dir="u"/>
      </p:transition>
    </mc:Choice>
    <mc:Fallback>
      <p:transition spd="slow" advTm="100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2B31A58-E083-ED9C-E601-4CAC9DB37A0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PanRight (3932,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DFCC83-AC00-9DD7-2A15-0CA80C950DC0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DAF6A92-26E0-A0B1-51DD-435CD4BE997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44A2CD0F-F9D9-1376-D8DB-E9355C12D61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F41B35C-659A-BD7F-6052-A20293ED1B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E2EEF49-8C60-A49D-EF09-590A6CF888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7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an dir="r"/>
      </p:transition>
    </mc:Choice>
    <mc:Fallback>
      <p:transition spd="slow" advTm="100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BDBBA87-3595-675E-C2FE-37738C3492A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PanDown (3933,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E57505-74BB-8AC0-B8FB-102D4D6D83D7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D0BCE94-7D90-5879-F39F-3198BD6D03C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91D0CB07-57D0-BF0D-E6A7-A7268EB3E02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03F22E-FDE9-5E71-6AD2-B6D01C1274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DE42583-7A92-7FEB-B247-7F4B813653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86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pan dir="d"/>
      </p:transition>
    </mc:Choice>
    <mc:Fallback>
      <p:transition spd="slow" advTm="100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4EFDC98-68D3-4232-9BBE-FF8492D2791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FallOverRight (3935,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7FE57A-159F-E0FA-F249-1061379C5EBC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FA1982C-E2CC-27DD-B6DB-A503C1A976C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21586C3-9395-7172-649A-5CD9727AC3B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284058-760E-8702-A7C8-A54C152516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AF7954F-9538-F185-AB78-273BFF3B439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411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fallOver" invX="1"/>
      </p:transition>
    </mc:Choice>
    <mc:Fallback>
      <p:transition spd="slow" advTm="100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2AFBD96-0684-100C-C21D-39026E452FE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DrapeRight (3937,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A79373C-1ADE-D615-4971-80D489BA579F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49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E0E6080-8F48-1DA0-22AF-5DAC3A040527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69F81E6-FD23-454B-1E4D-338277ABFFF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06FF59C-3CA3-A29D-5D72-90ECC27DC05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027683D-34B7-AA22-119F-BA9C4E27AAA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348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drape" invX="1"/>
      </p:transition>
    </mc:Choice>
    <mc:Fallback>
      <p:transition spd="slow" advTm="1000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79F5307-37D9-9C35-612F-9B124EC52E0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WindRight (3940,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B33B1A-F1DE-BF4E-BF93-51C974F90527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2541477-86FA-BCF8-7D56-A9194B9A893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68D920B-1EE7-5967-47CD-FAF57138ECF0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5A4848-10F0-2821-85EB-BA1D35E4CEB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1D7C1FB-2428-438D-8E01-9C4F8D31FC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071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wind"/>
      </p:transition>
    </mc:Choice>
    <mc:Fallback>
      <p:transition spd="slow" advTm="1000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C588BED-E6BD-8F01-62EA-A0C24FE404D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PeelOffRight (3945,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EE0C23-6F07-DC76-3290-B563AC44B72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FD72E68-8AFF-C6B9-F5EB-C7B052EFA6A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B657843-44B4-E442-6B92-18E4B019DAA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A21B0E-2E6B-5E20-5BB5-22CDD66009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C4B7895-6CD8-155C-9CD4-6DD662939D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363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peelOff" invX="1"/>
      </p:transition>
    </mc:Choice>
    <mc:Fallback>
      <p:transition spd="slow" advTm="100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9F5AAF2-CC33-2C3A-924A-C482278606C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PageCurlSingleLeft (3946,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51B6E3-BED6-4A29-DBDC-78358986A87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52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9349336-BE0E-8E87-351E-57A947771A6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A79E33E-E13D-6EF1-E130-B987119C144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9C8A07A-43DA-D6B5-500A-8364A4472C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2D8F4E9-6942-3411-951A-0B900A680F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444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pageCurlSingle"/>
      </p:transition>
    </mc:Choice>
    <mc:Fallback>
      <p:transition spd="slow" advTm="1000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ECE72DE-2A02-7ADF-60C8-3BFEF981371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PageCurlSingleRight (3947,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8E1877-217E-5FC4-AE39-A3D1B2A4A1A7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53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9A345C8-B0D4-F131-F775-19471DACC63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D236A7F-AECA-2253-66C3-EB2A6A0507A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D27E50A-A58C-14ED-DCDE-5C3A37A65F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6FE6F57-2124-F2AD-2D2C-330D8AED72B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212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pageCurlSingle" invX="1"/>
      </p:transition>
    </mc:Choice>
    <mc:Fallback>
      <p:transition spd="slow" advTm="1000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7E9EA80-8FE4-76A1-8B1C-B1DD8B1DD62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PageCurlDoubleRight (3949,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02ABBE-C6B6-8C73-5BC3-AFE0E68ED31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54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9740590-28C9-70CD-EEEE-0B5087083D6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D7601DAF-E7B7-7604-C5A2-D1C1A6090F31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6553B3E-B94B-1085-CB8B-ED69AA1215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2859768-E164-4591-906F-56180BD922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299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pageCurlDouble" invX="1"/>
      </p:transition>
    </mc:Choice>
    <mc:Fallback>
      <p:transition spd="slow" advTm="1000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4B55D88-F553-F821-BBEA-9CB51607259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AirplaneRight (3951,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DC7734-02A0-0E91-9C2B-C28800919B8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697C20B-5F65-C076-6DD8-51BFBFA3FE6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5BB0240-8DF6-5350-DE93-84288AF357AA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E70A10F-E8A1-4A41-DB67-C3AF553563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FBFA8D3-3C4C-4836-9C25-297B1D62B59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459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airplane"/>
      </p:transition>
    </mc:Choice>
    <mc:Fallback>
      <p:transition spd="slow" advTm="1000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B5DF1BC-F6CF-D1A0-0853-3E14C6FEBD4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OrigamiRight (3953,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A7B898-66CC-DFF3-F027-0546EED3BFA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56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B3584A6-2077-3804-3152-9EE0F1826FD1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81F4A766-8431-79EF-21D7-B8841956931F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26A758E-8E75-50DF-4529-0C63FDA0D6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FACC574-26B3-5BBF-12A5-2F80DB5D5F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784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000">
        <p15:prstTrans prst="origami"/>
      </p:transition>
    </mc:Choice>
    <mc:Fallback>
      <p:transition spd="slow" advTm="1000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Personalizar</PresentationFormat>
  <Paragraphs>112</Paragraphs>
  <Slides>56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2026-10-06T05:19:58Z</dcterms:created>
  <dcterms:modified xsi:type="dcterms:W3CDTF">2026-10-06T05:19:58Z</dcterms:modified>
</cp:coreProperties>
</file>