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9E0ADA-DB70-7BF4-1BD3-B1A7370BD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87F0DC-8BD6-BC16-AE92-4A02C9DC9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BC2D45-C8B2-4975-1626-FD5DBFB2F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AB34-E90C-4A16-BFEC-CABBC6D34583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C48F54-C2E8-D0AC-A3F2-A52E68A79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205F4D-62A4-EE4A-CAF4-2F0AAD7FB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8BCD8-2539-453A-B169-5C9DCC3F44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4608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A509DC-8FDE-BB33-5FBB-EA2B8668F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4F60D2-DEBC-C34A-ED93-F2E5136D4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AA01DF-62A9-79C1-7783-96C0D4BD4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AB34-E90C-4A16-BFEC-CABBC6D34583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58BDE3-04E8-1FAE-71FC-95087BC58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85F47C-66BD-B1A7-38FA-B5AD800EB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8BCD8-2539-453A-B169-5C9DCC3F44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8574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F6095E-1A8C-AFE2-5861-909C7D8C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86B500-7663-3CB7-19D8-F43461A5A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BCC4CC-ABF5-A6DF-9560-F53FA7957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AB34-E90C-4A16-BFEC-CABBC6D34583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2CF636-E10A-CAEC-EB55-1668E17B9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F40D9F-0473-A8BD-F25A-C239AB2A7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8BCD8-2539-453A-B169-5C9DCC3F44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5669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5532EA-6F19-D85A-3DAD-199771D05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90275E-7F0A-D244-AC4B-05FDA1EDE7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8C40616-F59B-5E76-A0B4-038979907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AC2504-DFF7-4DA2-5A3D-A67A67BB2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AB34-E90C-4A16-BFEC-CABBC6D34583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343266-7E0C-0142-8C14-0E9C5D6BF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9AA2618-8C57-72DD-A478-23CB44486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8BCD8-2539-453A-B169-5C9DCC3F44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1734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1213CB-2000-5FDE-ECD6-AB346E366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E7E030-8D60-3480-C303-8F81A7AE1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BFF1603-3FCA-3DD9-11CF-4CA03B750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90BA929-7551-514E-2E96-811A0CA17F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F89642F-C441-72F3-A631-48DD5A470A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BAD5A0D-5FE7-EE56-F543-23BBC9AE5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AB34-E90C-4A16-BFEC-CABBC6D34583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E709785-C217-7C14-86D8-1E0513A25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52AC778-473F-9251-E1E2-BA57A1B92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8BCD8-2539-453A-B169-5C9DCC3F44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9119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EE425D-61E5-35A0-2382-E82176247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D0B441F-00AB-680D-8FE1-F4A8C90AD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AB34-E90C-4A16-BFEC-CABBC6D34583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AD8891B-4EDB-A344-3B48-9D55E476C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9E9C1D3-DB6F-D520-A24E-BE618FA53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8BCD8-2539-453A-B169-5C9DCC3F44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7759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D02FD72-BF84-3142-D7C4-879E3291F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AB34-E90C-4A16-BFEC-CABBC6D34583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3DC55AC-DD40-74E7-90C5-2E6FB9A4A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4610810-ECA6-A4DB-EB84-0539CF5EA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8BCD8-2539-453A-B169-5C9DCC3F44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9526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81AC22-3678-16EE-C965-7AB4479D3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407A0C-2E93-FE21-FE10-41684C980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3BFA98-D12A-DD91-D4F0-406B937E98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B6C11D-B338-F6C2-000A-6B8A699EE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AB34-E90C-4A16-BFEC-CABBC6D34583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A99E55-A97B-BD3F-CAB7-F5F9FADC1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635B6B-EA02-94BC-D258-E0AAE20AF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8BCD8-2539-453A-B169-5C9DCC3F44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7422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F4009B-5328-B527-5470-00419BF87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A63CF59-ECFE-576C-B6DC-60A32A8E049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EB58E81-4EA6-D564-6F9E-BD979B229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614543-5E9A-7873-70B9-E94FDF96E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AB34-E90C-4A16-BFEC-CABBC6D34583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050EE4A-E971-2D11-586B-537888239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CFBBFE-073F-1C5F-40D3-511DB9457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8BCD8-2539-453A-B169-5C9DCC3F44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05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27DF9-364D-9FB3-BAA0-C2F596888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8B10B9C-B792-5606-5D2D-F9350DCC8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75F243-7437-D59D-3FF1-95E82BAEB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AB34-E90C-4A16-BFEC-CABBC6D34583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C04A03-092E-3F1B-6039-7ED11139E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50E351-0881-8DCC-5B7C-FBA06C282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8BCD8-2539-453A-B169-5C9DCC3F44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0944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4618699-F831-C9DA-0F35-B0BCFCBD0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418D5E8-470E-8C97-1611-36072304B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B4701D-A5EB-60C5-2548-8DCA74592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AB34-E90C-4A16-BFEC-CABBC6D34583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26FC2C-9FA6-EFBA-C982-4473A83A1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8C8714-65CC-FF4B-2BDA-C704E89DA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8BCD8-2539-453A-B169-5C9DCC3F44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8667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860272B-0FD6-9DD9-B874-CA862B26A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4D12B1-7719-673D-820E-6CBE17021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FF371F-1C2E-8766-75FD-3413DDD52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ECAB34-E90C-4A16-BFEC-CABBC6D34583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4670EE-FA76-AEA3-588D-66C9706E6C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32EBF6-336F-DFE1-ADF0-882FC8F78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98BCD8-2539-453A-B169-5C9DCC3F44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1234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3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EE914560-42A2-B21A-296E-05B1AD3F243F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Esmaecer suave (1º slide: do preto)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1CD7E3E-9398-D969-3927-8461146EFD5D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5B5583B4-CF61-556C-4A4E-2DC8FE6F0A02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6E4ACF35-3FB1-5D0D-483D-4EC32C0D50A7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DD5EC35-2E17-787B-7000-C6C3886D3E9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BA3B7CF-A078-291F-8AF4-AFCA43D4247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060285"/>
      </p:ext>
    </p:extLst>
  </p:cSld>
  <p:clrMapOvr>
    <a:masterClrMapping/>
  </p:clrMapOvr>
  <p:transition spd="slow" advTm="10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E6E35AD7-9550-F33F-31C2-68CE5C52A077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Cortar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B2B990-126C-B567-624D-EF5AFD816698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5D67CEDC-DA6A-852C-C6CF-D5537A3349F2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8A407623-76EF-005A-5A30-465255F141C2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C2A9B19-5507-AC90-5E3F-5F2E1F07F34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7E96019-90CB-D05C-9CAF-424E70AA07E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796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cut/>
      </p:transition>
    </mc:Choice>
    <mc:Fallback>
      <p:transition spd="slow" advTm="1000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A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82B4B3DD-8029-2DA1-E85B-EC800BC66F0F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Cortar pelo preto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E0F1AF2-D0D3-7A21-9D04-95E75B6DD083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FC11B08B-EDA9-9E06-D41B-D5680449D4EC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3E29C057-E05A-71F7-2CBA-339169594A9F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F0EF512-48E6-8AD7-381E-F996B5F6926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AC53335-28E3-12C4-95EE-9497176F0D7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8386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cut thruBlk="1"/>
      </p:transition>
    </mc:Choice>
    <mc:Fallback>
      <p:transition spd="slow" advTm="1000">
        <p:cut thruBlk="1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44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F760F04C-3299-A930-6776-8443ED372472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Esmaecer pelo preto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3D34B8-9E0D-054B-53E5-21E96D51BF67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387BB99A-FA74-BBE9-EE57-219D233DD6CC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7A2F0EC0-5F58-7EF6-387E-32FACBC8E67B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C8572BB-601E-4D75-E82F-8D49D21586C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2A66192-D447-721F-F4E7-F1A3E99021B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249591"/>
      </p:ext>
    </p:extLst>
  </p:cSld>
  <p:clrMapOvr>
    <a:masterClrMapping/>
  </p:clrMapOvr>
  <p:transition spd="slow" advTm="1000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9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6812203B-0A9C-FAC7-D6A4-272555CFF4EE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Empurrar (esquerda)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B5B3CB3-E6DF-F33F-F1C9-0C6E01BD23E2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EF32B54C-4CBB-43F5-D915-A1C3CB9FBF72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A65478D5-3203-77FE-A3BF-1EB2C332D8B9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4EFA2AD-C63F-FDBE-C546-BF9C3382A04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A727724-56F4-4854-3B08-D9CE17F17EA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621541"/>
      </p:ext>
    </p:extLst>
  </p:cSld>
  <p:clrMapOvr>
    <a:masterClrMapping/>
  </p:clrMapOvr>
  <p:transition spd="slow" advTm="1000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8898FCFB-70D3-7400-D419-FE662B44279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Empurrar (cima) rápido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EEA4BCF-7EBE-9895-A999-20C36FF032C3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D667A545-7A64-193E-7390-2B525C5E18E4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94D98730-BF1C-4AFA-018F-4F1953A065E3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1482290-61D0-6C95-9FBA-CCABEFF4248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97C22CE-2591-6734-75EF-9AC378DAB94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283956"/>
      </p:ext>
    </p:extLst>
  </p:cSld>
  <p:clrMapOvr>
    <a:masterClrMapping/>
  </p:clrMapOvr>
  <p:transition advTm="1000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003EC58E-EEF0-02C5-C7A1-4B2DC278CF26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Revelar (direita)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AE5F7EB-8F18-50A6-1595-AB5C039E67A3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09C5848B-7BBC-9CA0-8ECE-581D4706C2E9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CA563226-8DE9-4A37-9DFF-4E7076190C5D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3556AB0-3F01-DFEC-C6D5-44511D953C4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42E2316-8D61-4535-6FA1-83195D3DB2B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26706"/>
      </p:ext>
    </p:extLst>
  </p:cSld>
  <p:clrMapOvr>
    <a:masterClrMapping/>
  </p:clrMapOvr>
  <p:transition spd="slow" advTm="1000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5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2E882CB8-290B-931D-01F9-F0E655892924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Revelar (baixo) lento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FF9FAAD-BEE3-705F-171D-2707ADA76CE5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D7A3F580-3045-C965-28CA-A07200830D50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EE36B1D3-A7A3-C5A7-DACF-29B0111CD991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7B9D154-C9E3-415E-1370-44F9BA0B31B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46C2238-9853-1674-D706-F6D7F2E6202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559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wipe dir="d"/>
      </p:transition>
    </mc:Choice>
    <mc:Fallback>
      <p:transition spd="slow" advTm="1000">
        <p:wipe dir="d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8C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2864EE6D-AC55-3E7B-95E2-55EF79BEA7D9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Dividir horizontal p/ fora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46C32DD-A627-2F10-163E-1A5467785470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B27EF5CA-4C6C-D8F3-0FE0-A5DC116EE716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35D8FC48-4F5F-F39C-94BA-3A69B4C74D58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41B9538-41B9-50DC-5767-305FD314285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EBCF8A9-B088-E5DA-AD6A-36E86E7E3F5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447087"/>
      </p:ext>
    </p:extLst>
  </p:cSld>
  <p:clrMapOvr>
    <a:masterClrMapping/>
  </p:clrMapOvr>
  <p:transition spd="slow" advTm="1000">
    <p:spli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61CBF417-BB1A-B56B-312B-28BA895C7271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Dividir vertical p/ dentro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EEA76CD-C4D7-C90F-2F49-09B297180549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B87FCADA-295F-4EF5-C7F8-F5A03F5253FD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87CED181-DA6B-5B4C-E637-961FC489C210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37A8C48-19C6-B0D6-3D90-56164B70BF0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CD20858-0A73-3CDC-6225-9443511B4E7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44294"/>
      </p:ext>
    </p:extLst>
  </p:cSld>
  <p:clrMapOvr>
    <a:masterClrMapping/>
  </p:clrMapOvr>
  <p:transition spd="slow" advTm="1000">
    <p:split orient="vert" dir="in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90E239CC-F0F3-3F15-EDB8-B14AE8C72DE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Revelar suave (esquerda)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3F575C9-DF28-B306-0B77-621B14D85889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49D74B26-0672-0CF3-3E7C-1A73AD32A8A9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F4921F8A-5E66-EE8E-C3EA-B6A7037B8363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8767D3E-3A5F-0869-0E6F-B11F6FDCDF4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87E9189-48D5-5FF3-7B56-C0379266262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355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1000">
        <p14:reveal/>
      </p:transition>
    </mc:Choice>
    <mc:Fallback>
      <p:transition spd="slow" advTm="1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BC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F25D2BA4-7308-6C72-92EE-601A2B26501A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Revelar pelo preto (direita)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0753337-C019-EBC9-9388-7BC1633A68FA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D955378-4307-02AE-D37A-64BD287F76CD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4019EC34-600A-E8D8-4A3F-1D8A16919E76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F2B1516-D591-CB24-C826-D059BCFE85F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D94474C-A48B-59C1-502C-4067C54D0F7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56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1000">
        <p14:reveal thruBlk="1" dir="r"/>
      </p:transition>
    </mc:Choice>
    <mc:Fallback>
      <p:transition spd="slow" advTm="1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3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EB3A8DCA-62A0-336A-9B64-457D50D5E097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Barras aleatórias horizontais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AE0CB4C-12FF-271B-F851-59ECA519B14B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D6A68686-1152-431B-DED6-C1FF29DCD6E9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AA6F7E9A-ADF7-6173-1A7A-D6CCA427DE9B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BD001D1-E1E4-CBFE-EED5-1F5B6F317E3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5629D72-2F6B-9F2F-3094-17D6A799BD9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211654"/>
      </p:ext>
    </p:extLst>
  </p:cSld>
  <p:clrMapOvr>
    <a:masterClrMapping/>
  </p:clrMapOvr>
  <p:transition spd="slow" advTm="1000">
    <p:randomBa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35364F93-C898-6E58-F8CE-9587153F507E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Forma: círculo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A26F67D-D21D-0AF8-C19A-9334B51E8213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561062AF-7E44-4935-0A0F-5BEA078FE6EC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3D35767C-564C-6095-1D5C-654D0288711E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7BCAB0E-6A85-7F5D-83C8-3EA0E4F05F8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A037743-5641-0E87-421E-59C8370BF0B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198639"/>
      </p:ext>
    </p:extLst>
  </p:cSld>
  <p:clrMapOvr>
    <a:masterClrMapping/>
  </p:clrMapOvr>
  <p:transition spd="slow" advTm="1000">
    <p:circl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A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5E7420AB-DADA-E8D3-5185-DB9EE17BBE8D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Forma: losango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4A555D-2D4F-1720-F588-BAC6EB62B293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587F31D-A671-9031-0675-F07FD38A8300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C1E46610-19CF-0676-ABF6-3CCBCD244666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608A122-76E4-CB5A-80F2-E785B7B80A1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DF8ACFF-ADE7-BEE1-327A-BEC0DAC0AB0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287142"/>
      </p:ext>
    </p:extLst>
  </p:cSld>
  <p:clrMapOvr>
    <a:masterClrMapping/>
  </p:clrMapOvr>
  <p:transition spd="slow" advTm="1000">
    <p:diamond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44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0ED392A3-0B41-AD56-442F-3AF8021AD842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Forma: mais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425DB5E-7F70-8C9E-CB43-BF8A772E68D1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4AA3C722-CD62-5066-B4D5-ACC0F6B228A9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08FF0646-846B-C3A2-2790-6D2C76D1698E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C029B64-E85F-A94F-C879-3ACF7742E0D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8D3CB76-B35D-E8E9-D92F-2D9F1C397E3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735282"/>
      </p:ext>
    </p:extLst>
  </p:cSld>
  <p:clrMapOvr>
    <a:masterClrMapping/>
  </p:clrMapOvr>
  <p:transition spd="slow" advTm="1000">
    <p:plus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9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96B8E405-B09A-4636-CF4A-12FBB08E4DFD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Caixa p/ fora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160C146-54AA-888D-C38C-FBD3D3129FB4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10159EB-83E9-7E80-360D-02C32194BD84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FBDF19B6-9B87-5984-539C-AE874A10A01A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72A0218-B966-B6CC-A6DC-C13C7239568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8B08B1F-C4AB-334A-2E25-7EAAC1FEB98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985011"/>
      </p:ext>
    </p:extLst>
  </p:cSld>
  <p:clrMapOvr>
    <a:masterClrMapping/>
  </p:clrMapOvr>
  <p:transition spd="slow" advTm="1000"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C3CA7301-6A49-9ABE-F3C8-83C48A6387E0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Caixa p/ dentro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ED81A5B-DCDA-E402-EF88-C71570AD76BD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CB45FDB-89A5-7ADC-E1B3-AB3D72A465DB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16AB8BAD-F5A5-71F3-4BB5-D2A8EC4BA2D2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10F42E9-9B21-29A5-B369-8DD19F0F951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751135E-8D33-4567-1E3C-C66ED52F4AB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867793"/>
      </p:ext>
    </p:extLst>
  </p:cSld>
  <p:clrMapOvr>
    <a:masterClrMapping/>
  </p:clrMapOvr>
  <p:transition spd="slow" advTm="1000">
    <p:zoom dir="in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77E4B251-A98C-2DAA-3C69-17D93A3B064A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Descobrir (esquerda)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BFA99A4-036B-A5ED-81DB-BFDF99F80688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C03B4B13-BA67-1772-FABC-229E97B36B96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0ED64612-756F-47E5-8695-8B61BF518DCB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9010349-5758-6055-59A6-A0BA9B88CDF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4E5BC04-5D44-AD6B-BAF1-AE1440EE8C1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920029"/>
      </p:ext>
    </p:extLst>
  </p:cSld>
  <p:clrMapOvr>
    <a:masterClrMapping/>
  </p:clrMapOvr>
  <p:transition spd="slow" advTm="1000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5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1EE27F26-8C25-B8FF-715D-7874A09B7C9B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Cobrir (direita)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BECE85B-2A5A-FF6D-802A-FCA272EE4653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42EE8EED-42A0-9428-6693-1DC8C783DC0A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67901E2B-0E89-CC81-89FB-252FE1E9422B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EC279AC-96FC-A2BB-C12A-99599F3AF2D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06644EF-45B4-B672-AC7F-BFAD946D434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683776"/>
      </p:ext>
    </p:extLst>
  </p:cSld>
  <p:clrMapOvr>
    <a:masterClrMapping/>
  </p:clrMapOvr>
  <p:transition spd="slow" advTm="1000">
    <p:cover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8C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067252FF-AE8D-223D-731D-A7263DD95FB3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Cobrir (esquerda-baixo)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3C24F2D-F303-3C52-D745-BFEB2113988D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21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CC7BE87-0C2C-3ADD-9BE9-8E9F30CC8569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CC52949A-CEEE-6A0D-B627-1E148DBA781D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1F3D455-B3CF-AE06-B6AA-70BBB6C99C8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07D5FFB-8CD4-B6A6-BA00-60758F3A64C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367659"/>
      </p:ext>
    </p:extLst>
  </p:cSld>
  <p:clrMapOvr>
    <a:masterClrMapping/>
  </p:clrMapOvr>
  <p:transition spd="slow" advTm="1000">
    <p:cover dir="l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3AE617B0-B823-3C89-0856-F67643291D7A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Flash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45BB3F2-9EEE-9C3B-EEF9-8ACEAC52CE75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88684F6B-E271-F2B8-AF09-1D36D8FF0464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14F5D56A-C7E8-1BB1-DBA5-361011267CA3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AD5FCEF-F5E0-D497-7C1C-D71A25D582D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41107D4-A69E-569D-B359-4C923790994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032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flash/>
      </p:transition>
    </mc:Choice>
    <mc:Fallback>
      <p:transition spd="slow" advTm="100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D1B170E0-96EF-7FA6-CF3D-08B1E8BD307E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Faixas (baixo-direita)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8568652-0FD7-92B5-27B1-0307161B606F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3AEB080-13A7-B003-CA37-063751068571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59D2FF12-63CD-562C-EED1-2AA0414AF9D9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6EA0E91-A87A-518B-AF1F-0E0C908C6EC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461E783-D948-49AD-9B04-9C31E452EC0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766473"/>
      </p:ext>
    </p:extLst>
  </p:cSld>
  <p:clrMapOvr>
    <a:masterClrMapping/>
  </p:clrMapOvr>
  <p:transition spd="slow" advTm="1000">
    <p:strips dir="r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BC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3FA32ECB-49F9-A96A-36AE-4501C064F990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Persianas horizontais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E2165E8-AF26-62AC-FBAC-7BB2E895AA33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E9EFBD93-0D5B-EBA0-E80C-DE33EE1880EB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BA33B8C4-3D0C-9AC4-3C2A-BFB222CD068E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B877EEA-E750-7FAF-904D-A0A5780BF1C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A6E203D-7A2F-310F-B940-0C6DAD9F95A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187152"/>
      </p:ext>
    </p:extLst>
  </p:cSld>
  <p:clrMapOvr>
    <a:masterClrMapping/>
  </p:clrMapOvr>
  <p:transition spd="slow" advTm="1000">
    <p:blinds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3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A4EC97A2-E8EA-519F-A688-8FB8AE0BF2AE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Persianas verticais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F87812F-1F81-2086-9D01-627B4EA24E93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3B7D3FBB-1547-772A-F4E5-907C5A846485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9521F3F8-1756-DBA8-1C9B-0867A16FD455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02D3F4C-AE01-B6FB-DDCE-8B1C882D422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47DA5D4-4B5A-7A1E-D539-440ACD1066C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56304"/>
      </p:ext>
    </p:extLst>
  </p:cSld>
  <p:clrMapOvr>
    <a:masterClrMapping/>
  </p:clrMapOvr>
  <p:transition spd="slow" advTm="1000">
    <p:blinds dir="vert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63A877F6-FD3C-01A5-5251-39A451F34894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Relógio (1 raio)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085F09-6B98-FE40-622B-357EEE48B062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26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6CDC9CC-8E2E-5C0A-B594-A7C746EA06A3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41C8CE41-623E-EA70-6862-E3E728CA6798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9342DE3-272D-6E41-BD8B-61DB9661A89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9B73089-2236-D775-F996-2E4F2E1C1FE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51331"/>
      </p:ext>
    </p:extLst>
  </p:cSld>
  <p:clrMapOvr>
    <a:masterClrMapping/>
  </p:clrMapOvr>
  <p:transition spd="slow" advTm="1000">
    <p:wheel spokes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A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5179785E-4FB8-9B6F-C694-6E5EE0308AE7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Roda (4 raios)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E8DD088-FF9A-99CE-840B-2565808CA764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27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ED1AC559-431D-01BC-AEBF-50F56553B5EA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67BA2F8D-FA27-41E9-EA53-3F22FE924B87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B85B827-02DE-E53B-D73A-57B21A7AE1A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DC16753-3935-8D43-B8D2-707EC8769D3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54236"/>
      </p:ext>
    </p:extLst>
  </p:cSld>
  <p:clrMapOvr>
    <a:masterClrMapping/>
  </p:clrMapOvr>
  <p:transition spd="slow" advTm="1000">
    <p:whee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44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817DED77-1C53-5386-6A42-93F8D461EF4C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Cunha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0401BB8-4C4C-92A4-D61D-3359A1743039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E547AED3-C6D8-A08E-E149-529A71A030C5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1BDE87E6-9F27-B76E-B5C9-D5F5A28A49CC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A598A5E-075A-969A-FBF6-4B763EFC64E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E4631E5-6006-A704-B8A5-6C2E96D729F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116522"/>
      </p:ext>
    </p:extLst>
  </p:cSld>
  <p:clrMapOvr>
    <a:masterClrMapping/>
  </p:clrMapOvr>
  <p:transition spd="slow" advTm="1000">
    <p:wedg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9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F407C4D-8784-3246-1A08-FD8DE974EDFD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Relógio anti-horário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98C7E19-351D-51B8-804E-341CBE9BFBF5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29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EABEE103-483A-AAAA-6E55-7C945B2FC62C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3EDCB467-FF8A-646E-B0F6-16BC4D1531EE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BFDA458-68E1-06D0-A481-5EA0A66A1F1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1CB7F96-D97A-5C22-613E-3725D792389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5926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1000">
        <p14:wheelReverse spokes="1"/>
      </p:transition>
    </mc:Choice>
    <mc:Fallback>
      <p:transition spd="slow" advTm="100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C8574A34-60C5-F570-5D47-F389D5D1E25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Quadriculado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AE02245-5EE6-CA9E-6E23-F2510E4B4D86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4285539D-688C-C847-5515-5962D0B4C393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3C02C1D2-7184-52C7-3C86-74A3AEFC451C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CD64E1D-A19E-906D-E802-631B4A22E3B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A7A92DA-88AF-218B-76F1-D4D196FE5AC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275784"/>
      </p:ext>
    </p:extLst>
  </p:cSld>
  <p:clrMapOvr>
    <a:masterClrMapping/>
  </p:clrMapOvr>
  <p:transition spd="slow" advTm="1000">
    <p:checker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FDDCAFFB-21DF-3B8C-82F3-9AD261118A0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Dissolver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FA3CE1C-E59C-9D9D-A520-18704483A813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31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46226366-9357-9315-41AA-3B1505D6B607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8A73CE1F-67CE-19D8-E0C5-1136A2B1CAA9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CB5B7AF-ABB5-2668-3396-AC703709316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2C9F5BA-111D-4609-71E4-A60CDCD28EA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022585"/>
      </p:ext>
    </p:extLst>
  </p:cSld>
  <p:clrMapOvr>
    <a:masterClrMapping/>
  </p:clrMapOvr>
  <p:transition spd="slow" advTm="1000">
    <p:dissolv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5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F4E3A602-8217-BC12-3E2F-3EFF27D5D423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Pente horizontal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45C87A4-8774-E5A2-A71E-B2E504116893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32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40069D5A-E3E4-4E73-EB7B-B55C439E17C4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E78E9CFE-B78A-57E9-47E8-D04BB3DD6928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28E6C72-EC36-8C07-7DBD-1D95C3B1DF3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71E2EE3-0D39-D200-A89B-96B7CD709B6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947768"/>
      </p:ext>
    </p:extLst>
  </p:cSld>
  <p:clrMapOvr>
    <a:masterClrMapping/>
  </p:clrMapOvr>
  <p:transition spd="slow" advTm="1000">
    <p:comb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8C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264C51A3-F2DF-C32A-2206-2BBFCE3C8D6C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Manchete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E59D609-16B8-AE16-4EBB-14C3400C77C7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33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19D90C6C-C584-5C5C-26E4-21C140C3F43E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48FFEF4D-C2FD-C9A7-733C-C031A9A85D0D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39B0057-7867-A804-E414-F2C912771F4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ACA2DC3-AB4E-A40A-40E4-9B9B4EDC944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5354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newsflash/>
      </p:transition>
    </mc:Choice>
    <mc:Fallback>
      <p:transition spd="slow" advTm="1000">
        <p:newsflash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</Words>
  <Application>Microsoft Office PowerPoint</Application>
  <PresentationFormat>Personalizar</PresentationFormat>
  <Paragraphs>66</Paragraphs>
  <Slides>33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Kono</dc:creator>
  <cp:lastModifiedBy>Eric Kono</cp:lastModifiedBy>
  <cp:revision>1</cp:revision>
  <dcterms:created xsi:type="dcterms:W3CDTF">2026-10-05T20:53:16Z</dcterms:created>
  <dcterms:modified xsi:type="dcterms:W3CDTF">2026-10-05T20:53:16Z</dcterms:modified>
</cp:coreProperties>
</file>